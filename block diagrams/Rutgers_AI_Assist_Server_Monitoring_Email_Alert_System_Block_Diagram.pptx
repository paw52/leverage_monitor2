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F27B80-77B2-4198-AC73-EB420359A7B5}" v="28" dt="2026-03-28T22:41:53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3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lford" userId="54ec3222809bc7fa" providerId="LiveId" clId="{8E6580D4-04D5-4BCE-9A0F-446E28215936}"/>
    <pc:docChg chg="undo custSel modSld">
      <pc:chgData name="Paul Wilford" userId="54ec3222809bc7fa" providerId="LiveId" clId="{8E6580D4-04D5-4BCE-9A0F-446E28215936}" dt="2026-03-28T23:01:03.274" v="1232" actId="20577"/>
      <pc:docMkLst>
        <pc:docMk/>
      </pc:docMkLst>
      <pc:sldChg chg="addSp delSp modSp mod">
        <pc:chgData name="Paul Wilford" userId="54ec3222809bc7fa" providerId="LiveId" clId="{8E6580D4-04D5-4BCE-9A0F-446E28215936}" dt="2026-03-28T23:01:03.274" v="1232" actId="20577"/>
        <pc:sldMkLst>
          <pc:docMk/>
          <pc:sldMk cId="56321924" sldId="256"/>
        </pc:sldMkLst>
        <pc:spChg chg="mod">
          <ac:chgData name="Paul Wilford" userId="54ec3222809bc7fa" providerId="LiveId" clId="{8E6580D4-04D5-4BCE-9A0F-446E28215936}" dt="2026-03-28T18:21:15.752" v="746" actId="1076"/>
          <ac:spMkLst>
            <pc:docMk/>
            <pc:sldMk cId="56321924" sldId="256"/>
            <ac:spMk id="2" creationId="{FBEAC1AD-F0A5-48C3-E8E8-87AC76535F71}"/>
          </ac:spMkLst>
        </pc:spChg>
        <pc:spChg chg="mod">
          <ac:chgData name="Paul Wilford" userId="54ec3222809bc7fa" providerId="LiveId" clId="{8E6580D4-04D5-4BCE-9A0F-446E28215936}" dt="2026-03-28T18:25:14.538" v="827" actId="1076"/>
          <ac:spMkLst>
            <pc:docMk/>
            <pc:sldMk cId="56321924" sldId="256"/>
            <ac:spMk id="3" creationId="{F7D4F594-5044-C865-A640-B8C395F3CFA9}"/>
          </ac:spMkLst>
        </pc:spChg>
        <pc:spChg chg="mod">
          <ac:chgData name="Paul Wilford" userId="54ec3222809bc7fa" providerId="LiveId" clId="{8E6580D4-04D5-4BCE-9A0F-446E28215936}" dt="2026-03-28T18:25:14.538" v="827" actId="1076"/>
          <ac:spMkLst>
            <pc:docMk/>
            <pc:sldMk cId="56321924" sldId="256"/>
            <ac:spMk id="4" creationId="{46AFE607-5A93-2F24-DEEC-DA855E31D13C}"/>
          </ac:spMkLst>
        </pc:spChg>
        <pc:spChg chg="add mod">
          <ac:chgData name="Paul Wilford" userId="54ec3222809bc7fa" providerId="LiveId" clId="{8E6580D4-04D5-4BCE-9A0F-446E28215936}" dt="2026-03-28T23:01:03.274" v="1232" actId="20577"/>
          <ac:spMkLst>
            <pc:docMk/>
            <pc:sldMk cId="56321924" sldId="256"/>
            <ac:spMk id="5" creationId="{045F0F75-2795-5D2D-5337-17005DE4DED1}"/>
          </ac:spMkLst>
        </pc:spChg>
        <pc:spChg chg="add mod">
          <ac:chgData name="Paul Wilford" userId="54ec3222809bc7fa" providerId="LiveId" clId="{8E6580D4-04D5-4BCE-9A0F-446E28215936}" dt="2026-03-28T22:35:56.045" v="980" actId="1076"/>
          <ac:spMkLst>
            <pc:docMk/>
            <pc:sldMk cId="56321924" sldId="256"/>
            <ac:spMk id="7" creationId="{F5DFF649-E680-6EB4-01E7-CBB81FD66D8D}"/>
          </ac:spMkLst>
        </pc:spChg>
        <pc:spChg chg="del">
          <ac:chgData name="Paul Wilford" userId="54ec3222809bc7fa" providerId="LiveId" clId="{8E6580D4-04D5-4BCE-9A0F-446E28215936}" dt="2026-03-28T17:57:41.888" v="407" actId="478"/>
          <ac:spMkLst>
            <pc:docMk/>
            <pc:sldMk cId="56321924" sldId="256"/>
            <ac:spMk id="8" creationId="{572C499D-2DF9-1ABD-8B02-75EEF96BE41B}"/>
          </ac:spMkLst>
        </pc:spChg>
        <pc:spChg chg="add mod">
          <ac:chgData name="Paul Wilford" userId="54ec3222809bc7fa" providerId="LiveId" clId="{8E6580D4-04D5-4BCE-9A0F-446E28215936}" dt="2026-03-28T22:37:31.385" v="992" actId="1076"/>
          <ac:spMkLst>
            <pc:docMk/>
            <pc:sldMk cId="56321924" sldId="256"/>
            <ac:spMk id="8" creationId="{817A7C9C-3847-7A46-01FD-07E99D9269F9}"/>
          </ac:spMkLst>
        </pc:spChg>
        <pc:spChg chg="del">
          <ac:chgData name="Paul Wilford" userId="54ec3222809bc7fa" providerId="LiveId" clId="{8E6580D4-04D5-4BCE-9A0F-446E28215936}" dt="2026-03-28T17:57:41.888" v="407" actId="478"/>
          <ac:spMkLst>
            <pc:docMk/>
            <pc:sldMk cId="56321924" sldId="256"/>
            <ac:spMk id="9" creationId="{2D2468DA-B6F9-7B43-53FF-8406E3856DD4}"/>
          </ac:spMkLst>
        </pc:spChg>
        <pc:spChg chg="del mod">
          <ac:chgData name="Paul Wilford" userId="54ec3222809bc7fa" providerId="LiveId" clId="{8E6580D4-04D5-4BCE-9A0F-446E28215936}" dt="2026-03-28T18:09:39.880" v="577" actId="478"/>
          <ac:spMkLst>
            <pc:docMk/>
            <pc:sldMk cId="56321924" sldId="256"/>
            <ac:spMk id="10" creationId="{A89286BD-17F2-35FD-2F3C-5F32A83331A9}"/>
          </ac:spMkLst>
        </pc:spChg>
        <pc:spChg chg="add mod">
          <ac:chgData name="Paul Wilford" userId="54ec3222809bc7fa" providerId="LiveId" clId="{8E6580D4-04D5-4BCE-9A0F-446E28215936}" dt="2026-03-28T22:39:16.079" v="1004" actId="1076"/>
          <ac:spMkLst>
            <pc:docMk/>
            <pc:sldMk cId="56321924" sldId="256"/>
            <ac:spMk id="10" creationId="{D9DF7F84-0217-60A2-67F5-83184E5010DE}"/>
          </ac:spMkLst>
        </pc:spChg>
        <pc:spChg chg="add del">
          <ac:chgData name="Paul Wilford" userId="54ec3222809bc7fa" providerId="LiveId" clId="{8E6580D4-04D5-4BCE-9A0F-446E28215936}" dt="2026-03-28T22:39:48.155" v="1008" actId="478"/>
          <ac:spMkLst>
            <pc:docMk/>
            <pc:sldMk cId="56321924" sldId="256"/>
            <ac:spMk id="11" creationId="{04992112-16F6-5A4B-3442-FA09524C49B4}"/>
          </ac:spMkLst>
        </pc:spChg>
        <pc:spChg chg="add mod">
          <ac:chgData name="Paul Wilford" userId="54ec3222809bc7fa" providerId="LiveId" clId="{8E6580D4-04D5-4BCE-9A0F-446E28215936}" dt="2026-03-28T18:23:11.854" v="798" actId="20577"/>
          <ac:spMkLst>
            <pc:docMk/>
            <pc:sldMk cId="56321924" sldId="256"/>
            <ac:spMk id="12" creationId="{55C9E27A-45F9-3ECE-82CC-739FEB31A288}"/>
          </ac:spMkLst>
        </pc:spChg>
        <pc:spChg chg="add mod">
          <ac:chgData name="Paul Wilford" userId="54ec3222809bc7fa" providerId="LiveId" clId="{8E6580D4-04D5-4BCE-9A0F-446E28215936}" dt="2026-03-28T22:41:17.811" v="1101" actId="14100"/>
          <ac:spMkLst>
            <pc:docMk/>
            <pc:sldMk cId="56321924" sldId="256"/>
            <ac:spMk id="14" creationId="{F3056DA0-35B8-01D8-656F-9A6406870F41}"/>
          </ac:spMkLst>
        </pc:spChg>
        <pc:spChg chg="add mod">
          <ac:chgData name="Paul Wilford" userId="54ec3222809bc7fa" providerId="LiveId" clId="{8E6580D4-04D5-4BCE-9A0F-446E28215936}" dt="2026-03-28T18:23:26.888" v="800" actId="1076"/>
          <ac:spMkLst>
            <pc:docMk/>
            <pc:sldMk cId="56321924" sldId="256"/>
            <ac:spMk id="15" creationId="{B2247A78-C600-E200-0763-0D26DB7DDA20}"/>
          </ac:spMkLst>
        </pc:spChg>
        <pc:spChg chg="add mod">
          <ac:chgData name="Paul Wilford" userId="54ec3222809bc7fa" providerId="LiveId" clId="{8E6580D4-04D5-4BCE-9A0F-446E28215936}" dt="2026-03-28T22:41:20.269" v="1103" actId="20577"/>
          <ac:spMkLst>
            <pc:docMk/>
            <pc:sldMk cId="56321924" sldId="256"/>
            <ac:spMk id="16" creationId="{1BE3DBBD-DB8E-804A-9CAB-BE254260C499}"/>
          </ac:spMkLst>
        </pc:spChg>
        <pc:spChg chg="add mod">
          <ac:chgData name="Paul Wilford" userId="54ec3222809bc7fa" providerId="LiveId" clId="{8E6580D4-04D5-4BCE-9A0F-446E28215936}" dt="2026-03-28T18:23:26.888" v="800" actId="1076"/>
          <ac:spMkLst>
            <pc:docMk/>
            <pc:sldMk cId="56321924" sldId="256"/>
            <ac:spMk id="17" creationId="{25FA3067-67F7-E481-D86A-EBD703367A1B}"/>
          </ac:spMkLst>
        </pc:spChg>
        <pc:spChg chg="add mod">
          <ac:chgData name="Paul Wilford" userId="54ec3222809bc7fa" providerId="LiveId" clId="{8E6580D4-04D5-4BCE-9A0F-446E28215936}" dt="2026-03-28T18:21:12.571" v="745" actId="14100"/>
          <ac:spMkLst>
            <pc:docMk/>
            <pc:sldMk cId="56321924" sldId="256"/>
            <ac:spMk id="18" creationId="{81D09A45-CA6A-44F7-C05A-98297FA17636}"/>
          </ac:spMkLst>
        </pc:spChg>
        <pc:spChg chg="add mod">
          <ac:chgData name="Paul Wilford" userId="54ec3222809bc7fa" providerId="LiveId" clId="{8E6580D4-04D5-4BCE-9A0F-446E28215936}" dt="2026-03-28T18:24:18.575" v="815" actId="1076"/>
          <ac:spMkLst>
            <pc:docMk/>
            <pc:sldMk cId="56321924" sldId="256"/>
            <ac:spMk id="19" creationId="{06F66D82-4CD2-1054-C9BA-E13397E70479}"/>
          </ac:spMkLst>
        </pc:spChg>
        <pc:spChg chg="add mod">
          <ac:chgData name="Paul Wilford" userId="54ec3222809bc7fa" providerId="LiveId" clId="{8E6580D4-04D5-4BCE-9A0F-446E28215936}" dt="2026-03-28T22:35:30.690" v="975" actId="14100"/>
          <ac:spMkLst>
            <pc:docMk/>
            <pc:sldMk cId="56321924" sldId="256"/>
            <ac:spMk id="20" creationId="{61B1C946-C2CD-401D-9E7A-5F816044BC22}"/>
          </ac:spMkLst>
        </pc:spChg>
        <pc:spChg chg="add del mod">
          <ac:chgData name="Paul Wilford" userId="54ec3222809bc7fa" providerId="LiveId" clId="{8E6580D4-04D5-4BCE-9A0F-446E28215936}" dt="2026-03-28T22:35:44.655" v="979" actId="478"/>
          <ac:spMkLst>
            <pc:docMk/>
            <pc:sldMk cId="56321924" sldId="256"/>
            <ac:spMk id="21" creationId="{2C441174-B8B2-527F-A087-5F6A9ED33563}"/>
          </ac:spMkLst>
        </pc:spChg>
        <pc:spChg chg="add mod">
          <ac:chgData name="Paul Wilford" userId="54ec3222809bc7fa" providerId="LiveId" clId="{8E6580D4-04D5-4BCE-9A0F-446E28215936}" dt="2026-03-28T22:41:57.074" v="1105" actId="1076"/>
          <ac:spMkLst>
            <pc:docMk/>
            <pc:sldMk cId="56321924" sldId="256"/>
            <ac:spMk id="22" creationId="{9038EA8B-FB84-ED14-6856-5247C5136949}"/>
          </ac:spMkLst>
        </pc:spChg>
        <pc:spChg chg="add mod">
          <ac:chgData name="Paul Wilford" userId="54ec3222809bc7fa" providerId="LiveId" clId="{8E6580D4-04D5-4BCE-9A0F-446E28215936}" dt="2026-03-28T22:42:40.797" v="1202" actId="1076"/>
          <ac:spMkLst>
            <pc:docMk/>
            <pc:sldMk cId="56321924" sldId="256"/>
            <ac:spMk id="23" creationId="{57556B69-2B96-392C-AE05-A963E60FEAF8}"/>
          </ac:spMkLst>
        </pc:spChg>
        <pc:spChg chg="mod">
          <ac:chgData name="Paul Wilford" userId="54ec3222809bc7fa" providerId="LiveId" clId="{8E6580D4-04D5-4BCE-9A0F-446E28215936}" dt="2026-03-28T22:40:05.178" v="1013" actId="1076"/>
          <ac:spMkLst>
            <pc:docMk/>
            <pc:sldMk cId="56321924" sldId="256"/>
            <ac:spMk id="30" creationId="{C39B4B9C-F6C6-4FDA-4D52-1EC1E8563A41}"/>
          </ac:spMkLst>
        </pc:spChg>
        <pc:spChg chg="add mod">
          <ac:chgData name="Paul Wilford" userId="54ec3222809bc7fa" providerId="LiveId" clId="{8E6580D4-04D5-4BCE-9A0F-446E28215936}" dt="2026-03-28T18:23:36.055" v="803" actId="1076"/>
          <ac:spMkLst>
            <pc:docMk/>
            <pc:sldMk cId="56321924" sldId="256"/>
            <ac:spMk id="32" creationId="{B2D617F0-DFBB-0810-42B1-D8043BA007E5}"/>
          </ac:spMkLst>
        </pc:spChg>
        <pc:spChg chg="add mod">
          <ac:chgData name="Paul Wilford" userId="54ec3222809bc7fa" providerId="LiveId" clId="{8E6580D4-04D5-4BCE-9A0F-446E28215936}" dt="2026-03-28T18:23:26.888" v="800" actId="1076"/>
          <ac:spMkLst>
            <pc:docMk/>
            <pc:sldMk cId="56321924" sldId="256"/>
            <ac:spMk id="33" creationId="{A857AA19-5140-B106-B499-E8A140F03CAF}"/>
          </ac:spMkLst>
        </pc:spChg>
        <pc:spChg chg="add del mod">
          <ac:chgData name="Paul Wilford" userId="54ec3222809bc7fa" providerId="LiveId" clId="{8E6580D4-04D5-4BCE-9A0F-446E28215936}" dt="2026-03-28T17:51:59.388" v="307"/>
          <ac:spMkLst>
            <pc:docMk/>
            <pc:sldMk cId="56321924" sldId="256"/>
            <ac:spMk id="34" creationId="{DD6244CE-4891-9804-1F4B-413C27CABDF6}"/>
          </ac:spMkLst>
        </pc:spChg>
        <pc:spChg chg="add mod">
          <ac:chgData name="Paul Wilford" userId="54ec3222809bc7fa" providerId="LiveId" clId="{8E6580D4-04D5-4BCE-9A0F-446E28215936}" dt="2026-03-28T18:23:26.888" v="800" actId="1076"/>
          <ac:spMkLst>
            <pc:docMk/>
            <pc:sldMk cId="56321924" sldId="256"/>
            <ac:spMk id="35" creationId="{F1332267-A660-B958-7545-8CD91FC9B95B}"/>
          </ac:spMkLst>
        </pc:spChg>
        <pc:spChg chg="add mod">
          <ac:chgData name="Paul Wilford" userId="54ec3222809bc7fa" providerId="LiveId" clId="{8E6580D4-04D5-4BCE-9A0F-446E28215936}" dt="2026-03-28T22:39:55.373" v="1011" actId="1076"/>
          <ac:spMkLst>
            <pc:docMk/>
            <pc:sldMk cId="56321924" sldId="256"/>
            <ac:spMk id="36" creationId="{2C1BBB04-749C-D117-016C-5C0D1E61C2C6}"/>
          </ac:spMkLst>
        </pc:spChg>
        <pc:spChg chg="add mod">
          <ac:chgData name="Paul Wilford" userId="54ec3222809bc7fa" providerId="LiveId" clId="{8E6580D4-04D5-4BCE-9A0F-446E28215936}" dt="2026-03-28T18:25:03.954" v="825" actId="1076"/>
          <ac:spMkLst>
            <pc:docMk/>
            <pc:sldMk cId="56321924" sldId="256"/>
            <ac:spMk id="38" creationId="{8964B07F-1117-6DAF-FDE5-DBA289F4DBF0}"/>
          </ac:spMkLst>
        </pc:spChg>
        <pc:spChg chg="add mod">
          <ac:chgData name="Paul Wilford" userId="54ec3222809bc7fa" providerId="LiveId" clId="{8E6580D4-04D5-4BCE-9A0F-446E28215936}" dt="2026-03-28T18:30:24.742" v="973" actId="12"/>
          <ac:spMkLst>
            <pc:docMk/>
            <pc:sldMk cId="56321924" sldId="256"/>
            <ac:spMk id="40" creationId="{BA8D01BD-64AC-DD25-9080-A2C46099D89F}"/>
          </ac:spMkLst>
        </pc:spChg>
        <pc:spChg chg="del">
          <ac:chgData name="Paul Wilford" userId="54ec3222809bc7fa" providerId="LiveId" clId="{8E6580D4-04D5-4BCE-9A0F-446E28215936}" dt="2026-03-28T17:36:08.712" v="28" actId="478"/>
          <ac:spMkLst>
            <pc:docMk/>
            <pc:sldMk cId="56321924" sldId="256"/>
            <ac:spMk id="42" creationId="{FFEE04D1-EB7F-3AA4-13A2-4F3FA00A89EA}"/>
          </ac:spMkLst>
        </pc:spChg>
        <pc:spChg chg="del">
          <ac:chgData name="Paul Wilford" userId="54ec3222809bc7fa" providerId="LiveId" clId="{8E6580D4-04D5-4BCE-9A0F-446E28215936}" dt="2026-03-28T17:36:06.715" v="27" actId="478"/>
          <ac:spMkLst>
            <pc:docMk/>
            <pc:sldMk cId="56321924" sldId="256"/>
            <ac:spMk id="43" creationId="{1EFF6CB3-EA95-E23C-888D-7949D03F8F2B}"/>
          </ac:spMkLst>
        </pc:spChg>
        <pc:spChg chg="mod">
          <ac:chgData name="Paul Wilford" userId="54ec3222809bc7fa" providerId="LiveId" clId="{8E6580D4-04D5-4BCE-9A0F-446E28215936}" dt="2026-03-28T18:23:26.888" v="800" actId="1076"/>
          <ac:spMkLst>
            <pc:docMk/>
            <pc:sldMk cId="56321924" sldId="256"/>
            <ac:spMk id="44" creationId="{10C04D7A-E00A-1C54-042E-F5D44A8DB01F}"/>
          </ac:spMkLst>
        </pc:spChg>
        <pc:spChg chg="del mod">
          <ac:chgData name="Paul Wilford" userId="54ec3222809bc7fa" providerId="LiveId" clId="{8E6580D4-04D5-4BCE-9A0F-446E28215936}" dt="2026-03-28T17:53:07.377" v="339" actId="478"/>
          <ac:spMkLst>
            <pc:docMk/>
            <pc:sldMk cId="56321924" sldId="256"/>
            <ac:spMk id="45" creationId="{44D93EC1-6140-522E-0050-CADAEC0DBF8B}"/>
          </ac:spMkLst>
        </pc:spChg>
        <pc:spChg chg="del">
          <ac:chgData name="Paul Wilford" userId="54ec3222809bc7fa" providerId="LiveId" clId="{8E6580D4-04D5-4BCE-9A0F-446E28215936}" dt="2026-03-28T18:14:39.222" v="642" actId="478"/>
          <ac:spMkLst>
            <pc:docMk/>
            <pc:sldMk cId="56321924" sldId="256"/>
            <ac:spMk id="46" creationId="{DBDB56BA-C41E-97EC-A57D-C56C043C07FE}"/>
          </ac:spMkLst>
        </pc:spChg>
        <pc:spChg chg="del">
          <ac:chgData name="Paul Wilford" userId="54ec3222809bc7fa" providerId="LiveId" clId="{8E6580D4-04D5-4BCE-9A0F-446E28215936}" dt="2026-03-28T18:14:39.222" v="642" actId="478"/>
          <ac:spMkLst>
            <pc:docMk/>
            <pc:sldMk cId="56321924" sldId="256"/>
            <ac:spMk id="47" creationId="{6E8B4009-08C0-BFE4-1BE7-50AF2C6059C1}"/>
          </ac:spMkLst>
        </pc:spChg>
        <pc:spChg chg="mod">
          <ac:chgData name="Paul Wilford" userId="54ec3222809bc7fa" providerId="LiveId" clId="{8E6580D4-04D5-4BCE-9A0F-446E28215936}" dt="2026-03-28T22:39:56.622" v="1012" actId="1076"/>
          <ac:spMkLst>
            <pc:docMk/>
            <pc:sldMk cId="56321924" sldId="256"/>
            <ac:spMk id="48" creationId="{9E36605A-F036-5141-E45A-AC450E79789E}"/>
          </ac:spMkLst>
        </pc:spChg>
        <pc:spChg chg="mod">
          <ac:chgData name="Paul Wilford" userId="54ec3222809bc7fa" providerId="LiveId" clId="{8E6580D4-04D5-4BCE-9A0F-446E28215936}" dt="2026-03-28T22:39:51.248" v="1009" actId="1076"/>
          <ac:spMkLst>
            <pc:docMk/>
            <pc:sldMk cId="56321924" sldId="256"/>
            <ac:spMk id="49" creationId="{1300FAC4-E96C-2A4C-898D-464F45734ED8}"/>
          </ac:spMkLst>
        </pc:spChg>
        <pc:spChg chg="del">
          <ac:chgData name="Paul Wilford" userId="54ec3222809bc7fa" providerId="LiveId" clId="{8E6580D4-04D5-4BCE-9A0F-446E28215936}" dt="2026-03-28T18:14:39.222" v="642" actId="478"/>
          <ac:spMkLst>
            <pc:docMk/>
            <pc:sldMk cId="56321924" sldId="256"/>
            <ac:spMk id="52" creationId="{68CB6F72-A563-3984-B9BE-21FE52B359F1}"/>
          </ac:spMkLst>
        </pc:spChg>
        <pc:spChg chg="del">
          <ac:chgData name="Paul Wilford" userId="54ec3222809bc7fa" providerId="LiveId" clId="{8E6580D4-04D5-4BCE-9A0F-446E28215936}" dt="2026-03-28T17:51:17.881" v="300" actId="478"/>
          <ac:spMkLst>
            <pc:docMk/>
            <pc:sldMk cId="56321924" sldId="256"/>
            <ac:spMk id="54" creationId="{B0811324-4FB9-FC66-E15D-0DA1FDFCB355}"/>
          </ac:spMkLst>
        </pc:spChg>
        <pc:spChg chg="del mod">
          <ac:chgData name="Paul Wilford" userId="54ec3222809bc7fa" providerId="LiveId" clId="{8E6580D4-04D5-4BCE-9A0F-446E28215936}" dt="2026-03-28T17:51:15.630" v="299" actId="478"/>
          <ac:spMkLst>
            <pc:docMk/>
            <pc:sldMk cId="56321924" sldId="256"/>
            <ac:spMk id="55" creationId="{03FC3D71-C347-DED2-F82A-D627E14E98FB}"/>
          </ac:spMkLst>
        </pc:spChg>
        <pc:spChg chg="del mod">
          <ac:chgData name="Paul Wilford" userId="54ec3222809bc7fa" providerId="LiveId" clId="{8E6580D4-04D5-4BCE-9A0F-446E28215936}" dt="2026-03-28T18:18:03.125" v="721" actId="478"/>
          <ac:spMkLst>
            <pc:docMk/>
            <pc:sldMk cId="56321924" sldId="256"/>
            <ac:spMk id="56" creationId="{3786B73B-B2FE-3C91-DCA5-B4D4855A312A}"/>
          </ac:spMkLst>
        </pc:spChg>
        <pc:spChg chg="del mod">
          <ac:chgData name="Paul Wilford" userId="54ec3222809bc7fa" providerId="LiveId" clId="{8E6580D4-04D5-4BCE-9A0F-446E28215936}" dt="2026-03-28T18:18:03.125" v="721" actId="478"/>
          <ac:spMkLst>
            <pc:docMk/>
            <pc:sldMk cId="56321924" sldId="256"/>
            <ac:spMk id="57" creationId="{5C750E82-B16F-9D02-F44A-ACD107F71933}"/>
          </ac:spMkLst>
        </pc:spChg>
        <pc:spChg chg="add mod">
          <ac:chgData name="Paul Wilford" userId="54ec3222809bc7fa" providerId="LiveId" clId="{8E6580D4-04D5-4BCE-9A0F-446E28215936}" dt="2026-03-28T18:21:07.156" v="744" actId="1076"/>
          <ac:spMkLst>
            <pc:docMk/>
            <pc:sldMk cId="56321924" sldId="256"/>
            <ac:spMk id="63" creationId="{0E202C2A-C4EB-31C8-018D-49EBA083F711}"/>
          </ac:spMkLst>
        </pc:spChg>
        <pc:spChg chg="del">
          <ac:chgData name="Paul Wilford" userId="54ec3222809bc7fa" providerId="LiveId" clId="{8E6580D4-04D5-4BCE-9A0F-446E28215936}" dt="2026-03-28T18:09:28.487" v="576" actId="478"/>
          <ac:spMkLst>
            <pc:docMk/>
            <pc:sldMk cId="56321924" sldId="256"/>
            <ac:spMk id="64" creationId="{8D7FC18A-899A-DEF6-2887-356993510B67}"/>
          </ac:spMkLst>
        </pc:spChg>
        <pc:spChg chg="mod">
          <ac:chgData name="Paul Wilford" userId="54ec3222809bc7fa" providerId="LiveId" clId="{8E6580D4-04D5-4BCE-9A0F-446E28215936}" dt="2026-03-28T18:25:19.255" v="828" actId="14100"/>
          <ac:spMkLst>
            <pc:docMk/>
            <pc:sldMk cId="56321924" sldId="256"/>
            <ac:spMk id="65" creationId="{E6E9BEE1-CACB-4BA6-7649-15707E35F838}"/>
          </ac:spMkLst>
        </pc:spChg>
        <pc:spChg chg="del">
          <ac:chgData name="Paul Wilford" userId="54ec3222809bc7fa" providerId="LiveId" clId="{8E6580D4-04D5-4BCE-9A0F-446E28215936}" dt="2026-03-28T18:13:04.458" v="598" actId="478"/>
          <ac:spMkLst>
            <pc:docMk/>
            <pc:sldMk cId="56321924" sldId="256"/>
            <ac:spMk id="66" creationId="{3080274C-7432-E955-102B-8464CC749850}"/>
          </ac:spMkLst>
        </pc:spChg>
        <pc:spChg chg="del">
          <ac:chgData name="Paul Wilford" userId="54ec3222809bc7fa" providerId="LiveId" clId="{8E6580D4-04D5-4BCE-9A0F-446E28215936}" dt="2026-03-28T18:13:04.458" v="598" actId="478"/>
          <ac:spMkLst>
            <pc:docMk/>
            <pc:sldMk cId="56321924" sldId="256"/>
            <ac:spMk id="67" creationId="{902D60F3-724A-45B7-BB93-EE7F6A62936D}"/>
          </ac:spMkLst>
        </pc:spChg>
        <pc:spChg chg="add mod">
          <ac:chgData name="Paul Wilford" userId="54ec3222809bc7fa" providerId="LiveId" clId="{8E6580D4-04D5-4BCE-9A0F-446E28215936}" dt="2026-03-28T22:39:18.618" v="1005" actId="1076"/>
          <ac:spMkLst>
            <pc:docMk/>
            <pc:sldMk cId="56321924" sldId="256"/>
            <ac:spMk id="68" creationId="{FB215322-47B4-0E0C-63B3-2EB895726C38}"/>
          </ac:spMkLst>
        </pc:spChg>
        <pc:spChg chg="add mod">
          <ac:chgData name="Paul Wilford" userId="54ec3222809bc7fa" providerId="LiveId" clId="{8E6580D4-04D5-4BCE-9A0F-446E28215936}" dt="2026-03-28T22:37:40.825" v="995" actId="14100"/>
          <ac:spMkLst>
            <pc:docMk/>
            <pc:sldMk cId="56321924" sldId="256"/>
            <ac:spMk id="71" creationId="{1129661C-68F7-AF24-A5BF-62C895AFA8C3}"/>
          </ac:spMkLst>
        </pc:spChg>
        <pc:spChg chg="del">
          <ac:chgData name="Paul Wilford" userId="54ec3222809bc7fa" providerId="LiveId" clId="{8E6580D4-04D5-4BCE-9A0F-446E28215936}" dt="2026-03-28T18:09:24.254" v="574" actId="478"/>
          <ac:spMkLst>
            <pc:docMk/>
            <pc:sldMk cId="56321924" sldId="256"/>
            <ac:spMk id="72" creationId="{27C560E3-7BB1-F0B5-1914-6DA306A16E5E}"/>
          </ac:spMkLst>
        </pc:spChg>
        <pc:spChg chg="del">
          <ac:chgData name="Paul Wilford" userId="54ec3222809bc7fa" providerId="LiveId" clId="{8E6580D4-04D5-4BCE-9A0F-446E28215936}" dt="2026-03-28T18:18:03.125" v="721" actId="478"/>
          <ac:spMkLst>
            <pc:docMk/>
            <pc:sldMk cId="56321924" sldId="256"/>
            <ac:spMk id="74" creationId="{96A7E62D-F44C-3CF1-F54A-00BD8F6FC453}"/>
          </ac:spMkLst>
        </pc:spChg>
        <pc:spChg chg="del">
          <ac:chgData name="Paul Wilford" userId="54ec3222809bc7fa" providerId="LiveId" clId="{8E6580D4-04D5-4BCE-9A0F-446E28215936}" dt="2026-03-28T18:18:03.125" v="721" actId="478"/>
          <ac:spMkLst>
            <pc:docMk/>
            <pc:sldMk cId="56321924" sldId="256"/>
            <ac:spMk id="76" creationId="{CF63F2A5-03B0-35CB-10EB-D3BF3D574F23}"/>
          </ac:spMkLst>
        </pc:spChg>
        <pc:spChg chg="add mod">
          <ac:chgData name="Paul Wilford" userId="54ec3222809bc7fa" providerId="LiveId" clId="{8E6580D4-04D5-4BCE-9A0F-446E28215936}" dt="2026-03-28T18:06:22.355" v="517"/>
          <ac:spMkLst>
            <pc:docMk/>
            <pc:sldMk cId="56321924" sldId="256"/>
            <ac:spMk id="77" creationId="{EC1D5B69-B670-5BE9-3A54-0B3040B1A83B}"/>
          </ac:spMkLst>
        </pc:spChg>
        <pc:spChg chg="del">
          <ac:chgData name="Paul Wilford" userId="54ec3222809bc7fa" providerId="LiveId" clId="{8E6580D4-04D5-4BCE-9A0F-446E28215936}" dt="2026-03-28T18:18:03.125" v="721" actId="478"/>
          <ac:spMkLst>
            <pc:docMk/>
            <pc:sldMk cId="56321924" sldId="256"/>
            <ac:spMk id="78" creationId="{ACFFDC71-B1AB-46E0-5212-6ECE136670AE}"/>
          </ac:spMkLst>
        </pc:spChg>
        <pc:spChg chg="add mod">
          <ac:chgData name="Paul Wilford" userId="54ec3222809bc7fa" providerId="LiveId" clId="{8E6580D4-04D5-4BCE-9A0F-446E28215936}" dt="2026-03-28T18:06:22.355" v="517"/>
          <ac:spMkLst>
            <pc:docMk/>
            <pc:sldMk cId="56321924" sldId="256"/>
            <ac:spMk id="79" creationId="{88244237-A955-FFD7-20A2-3EC19067B807}"/>
          </ac:spMkLst>
        </pc:spChg>
        <pc:spChg chg="add mod">
          <ac:chgData name="Paul Wilford" userId="54ec3222809bc7fa" providerId="LiveId" clId="{8E6580D4-04D5-4BCE-9A0F-446E28215936}" dt="2026-03-28T22:37:36.802" v="994" actId="1076"/>
          <ac:spMkLst>
            <pc:docMk/>
            <pc:sldMk cId="56321924" sldId="256"/>
            <ac:spMk id="80" creationId="{4C931AF9-9E80-D1FC-7421-379627A24C6A}"/>
          </ac:spMkLst>
        </pc:spChg>
        <pc:spChg chg="del mod">
          <ac:chgData name="Paul Wilford" userId="54ec3222809bc7fa" providerId="LiveId" clId="{8E6580D4-04D5-4BCE-9A0F-446E28215936}" dt="2026-03-28T18:18:03.125" v="721" actId="478"/>
          <ac:spMkLst>
            <pc:docMk/>
            <pc:sldMk cId="56321924" sldId="256"/>
            <ac:spMk id="83" creationId="{553BE56B-BA9F-C87D-D3C2-519B0CA90F74}"/>
          </ac:spMkLst>
        </pc:spChg>
        <pc:spChg chg="del mod">
          <ac:chgData name="Paul Wilford" userId="54ec3222809bc7fa" providerId="LiveId" clId="{8E6580D4-04D5-4BCE-9A0F-446E28215936}" dt="2026-03-28T17:53:09.989" v="340" actId="478"/>
          <ac:spMkLst>
            <pc:docMk/>
            <pc:sldMk cId="56321924" sldId="256"/>
            <ac:spMk id="85" creationId="{C2677D81-83A4-6791-A308-D7EA7F15AA2F}"/>
          </ac:spMkLst>
        </pc:spChg>
        <pc:spChg chg="del">
          <ac:chgData name="Paul Wilford" userId="54ec3222809bc7fa" providerId="LiveId" clId="{8E6580D4-04D5-4BCE-9A0F-446E28215936}" dt="2026-03-28T18:18:03.125" v="721" actId="478"/>
          <ac:spMkLst>
            <pc:docMk/>
            <pc:sldMk cId="56321924" sldId="256"/>
            <ac:spMk id="87" creationId="{F6418315-8633-2BB0-512D-3400A2222C19}"/>
          </ac:spMkLst>
        </pc:spChg>
        <pc:spChg chg="del">
          <ac:chgData name="Paul Wilford" userId="54ec3222809bc7fa" providerId="LiveId" clId="{8E6580D4-04D5-4BCE-9A0F-446E28215936}" dt="2026-03-28T18:18:03.125" v="721" actId="478"/>
          <ac:spMkLst>
            <pc:docMk/>
            <pc:sldMk cId="56321924" sldId="256"/>
            <ac:spMk id="88" creationId="{37F324B7-3F82-0260-24BE-E30B907BDD2F}"/>
          </ac:spMkLst>
        </pc:spChg>
        <pc:spChg chg="del">
          <ac:chgData name="Paul Wilford" userId="54ec3222809bc7fa" providerId="LiveId" clId="{8E6580D4-04D5-4BCE-9A0F-446E28215936}" dt="2026-03-28T18:13:09.604" v="599" actId="478"/>
          <ac:spMkLst>
            <pc:docMk/>
            <pc:sldMk cId="56321924" sldId="256"/>
            <ac:spMk id="89" creationId="{A164A296-D992-733E-5F0F-2FE7C417E8E8}"/>
          </ac:spMkLst>
        </pc:spChg>
        <pc:spChg chg="add mod">
          <ac:chgData name="Paul Wilford" userId="54ec3222809bc7fa" providerId="LiveId" clId="{8E6580D4-04D5-4BCE-9A0F-446E28215936}" dt="2026-03-28T18:21:07.156" v="744" actId="1076"/>
          <ac:spMkLst>
            <pc:docMk/>
            <pc:sldMk cId="56321924" sldId="256"/>
            <ac:spMk id="106" creationId="{3A124819-D4B0-2099-CCCE-898C048B0EDE}"/>
          </ac:spMkLst>
        </pc:spChg>
        <pc:spChg chg="add mod">
          <ac:chgData name="Paul Wilford" userId="54ec3222809bc7fa" providerId="LiveId" clId="{8E6580D4-04D5-4BCE-9A0F-446E28215936}" dt="2026-03-28T18:25:07.421" v="826" actId="1076"/>
          <ac:spMkLst>
            <pc:docMk/>
            <pc:sldMk cId="56321924" sldId="256"/>
            <ac:spMk id="118" creationId="{44CBDA60-9566-7B39-3D96-B5CA827B7ACA}"/>
          </ac:spMkLst>
        </pc:spChg>
        <pc:spChg chg="add mod">
          <ac:chgData name="Paul Wilford" userId="54ec3222809bc7fa" providerId="LiveId" clId="{8E6580D4-04D5-4BCE-9A0F-446E28215936}" dt="2026-03-28T18:23:29.796" v="801" actId="1076"/>
          <ac:spMkLst>
            <pc:docMk/>
            <pc:sldMk cId="56321924" sldId="256"/>
            <ac:spMk id="119" creationId="{6E36986F-6B3D-5C4C-3C37-000CE2CC75E1}"/>
          </ac:spMkLst>
        </pc:spChg>
        <pc:spChg chg="add mod">
          <ac:chgData name="Paul Wilford" userId="54ec3222809bc7fa" providerId="LiveId" clId="{8E6580D4-04D5-4BCE-9A0F-446E28215936}" dt="2026-03-28T18:25:29.361" v="830" actId="1076"/>
          <ac:spMkLst>
            <pc:docMk/>
            <pc:sldMk cId="56321924" sldId="256"/>
            <ac:spMk id="120" creationId="{DE126AB1-E53D-9120-2E5F-5E83EE74417E}"/>
          </ac:spMkLst>
        </pc:spChg>
        <pc:spChg chg="add mod">
          <ac:chgData name="Paul Wilford" userId="54ec3222809bc7fa" providerId="LiveId" clId="{8E6580D4-04D5-4BCE-9A0F-446E28215936}" dt="2026-03-28T18:25:29.361" v="830" actId="1076"/>
          <ac:spMkLst>
            <pc:docMk/>
            <pc:sldMk cId="56321924" sldId="256"/>
            <ac:spMk id="121" creationId="{59589F8A-7BD9-A7DE-4A5F-7D9B4E77BD65}"/>
          </ac:spMkLst>
        </pc:spChg>
        <pc:spChg chg="add mod">
          <ac:chgData name="Paul Wilford" userId="54ec3222809bc7fa" providerId="LiveId" clId="{8E6580D4-04D5-4BCE-9A0F-446E28215936}" dt="2026-03-28T18:27:25.320" v="920" actId="20577"/>
          <ac:spMkLst>
            <pc:docMk/>
            <pc:sldMk cId="56321924" sldId="256"/>
            <ac:spMk id="122" creationId="{C136434C-8F3E-8DE2-899D-00241A27226B}"/>
          </ac:spMkLst>
        </pc:spChg>
        <pc:spChg chg="add mod">
          <ac:chgData name="Paul Wilford" userId="54ec3222809bc7fa" providerId="LiveId" clId="{8E6580D4-04D5-4BCE-9A0F-446E28215936}" dt="2026-03-28T18:26:01.789" v="867" actId="20577"/>
          <ac:spMkLst>
            <pc:docMk/>
            <pc:sldMk cId="56321924" sldId="256"/>
            <ac:spMk id="123" creationId="{233C37F7-0CB9-1A3E-9EC9-175B77C8116B}"/>
          </ac:spMkLst>
        </pc:spChg>
        <pc:spChg chg="add mod">
          <ac:chgData name="Paul Wilford" userId="54ec3222809bc7fa" providerId="LiveId" clId="{8E6580D4-04D5-4BCE-9A0F-446E28215936}" dt="2026-03-28T18:25:29.361" v="830" actId="1076"/>
          <ac:spMkLst>
            <pc:docMk/>
            <pc:sldMk cId="56321924" sldId="256"/>
            <ac:spMk id="124" creationId="{BAE66573-202F-55F0-C92E-BC158DF95851}"/>
          </ac:spMkLst>
        </pc:spChg>
        <pc:spChg chg="add mod">
          <ac:chgData name="Paul Wilford" userId="54ec3222809bc7fa" providerId="LiveId" clId="{8E6580D4-04D5-4BCE-9A0F-446E28215936}" dt="2026-03-28T18:25:29.361" v="830" actId="1076"/>
          <ac:spMkLst>
            <pc:docMk/>
            <pc:sldMk cId="56321924" sldId="256"/>
            <ac:spMk id="125" creationId="{F3B4C4BA-D67D-8B1A-3515-E7EAFAC37D7F}"/>
          </ac:spMkLst>
        </pc:spChg>
        <pc:spChg chg="add mod">
          <ac:chgData name="Paul Wilford" userId="54ec3222809bc7fa" providerId="LiveId" clId="{8E6580D4-04D5-4BCE-9A0F-446E28215936}" dt="2026-03-28T18:29:00.206" v="958" actId="1076"/>
          <ac:spMkLst>
            <pc:docMk/>
            <pc:sldMk cId="56321924" sldId="256"/>
            <ac:spMk id="129" creationId="{4017D939-ED42-97CB-CFE5-4350379AB607}"/>
          </ac:spMkLst>
        </pc:spChg>
        <pc:cxnChg chg="mod">
          <ac:chgData name="Paul Wilford" userId="54ec3222809bc7fa" providerId="LiveId" clId="{8E6580D4-04D5-4BCE-9A0F-446E28215936}" dt="2026-03-28T22:39:56.622" v="1012" actId="1076"/>
          <ac:cxnSpMkLst>
            <pc:docMk/>
            <pc:sldMk cId="56321924" sldId="256"/>
            <ac:cxnSpMk id="6" creationId="{D2BACD07-C73E-3C7C-D74A-07FE8F6BDBC3}"/>
          </ac:cxnSpMkLst>
        </pc:cxnChg>
        <pc:cxnChg chg="del mod">
          <ac:chgData name="Paul Wilford" userId="54ec3222809bc7fa" providerId="LiveId" clId="{8E6580D4-04D5-4BCE-9A0F-446E28215936}" dt="2026-03-28T18:13:04.458" v="598" actId="478"/>
          <ac:cxnSpMkLst>
            <pc:docMk/>
            <pc:sldMk cId="56321924" sldId="256"/>
            <ac:cxnSpMk id="11" creationId="{267FDB67-989A-E602-C5AD-52AE0FF90F19}"/>
          </ac:cxnSpMkLst>
        </pc:cxnChg>
        <pc:cxnChg chg="add mod">
          <ac:chgData name="Paul Wilford" userId="54ec3222809bc7fa" providerId="LiveId" clId="{8E6580D4-04D5-4BCE-9A0F-446E28215936}" dt="2026-03-28T17:48:24.988" v="233" actId="14100"/>
          <ac:cxnSpMkLst>
            <pc:docMk/>
            <pc:sldMk cId="56321924" sldId="256"/>
            <ac:cxnSpMk id="24" creationId="{F15AB12A-5342-74F6-F7EE-0E605E401792}"/>
          </ac:cxnSpMkLst>
        </pc:cxnChg>
        <pc:cxnChg chg="add mod">
          <ac:chgData name="Paul Wilford" userId="54ec3222809bc7fa" providerId="LiveId" clId="{8E6580D4-04D5-4BCE-9A0F-446E28215936}" dt="2026-03-28T17:49:24.437" v="236"/>
          <ac:cxnSpMkLst>
            <pc:docMk/>
            <pc:sldMk cId="56321924" sldId="256"/>
            <ac:cxnSpMk id="31" creationId="{8BA128D6-5614-1367-B87E-EC729D896FA3}"/>
          </ac:cxnSpMkLst>
        </pc:cxnChg>
        <pc:cxnChg chg="del mod">
          <ac:chgData name="Paul Wilford" userId="54ec3222809bc7fa" providerId="LiveId" clId="{8E6580D4-04D5-4BCE-9A0F-446E28215936}" dt="2026-03-28T18:28:15.921" v="924" actId="478"/>
          <ac:cxnSpMkLst>
            <pc:docMk/>
            <pc:sldMk cId="56321924" sldId="256"/>
            <ac:cxnSpMk id="51" creationId="{7D9F7958-8AEE-839E-225F-34B659670E39}"/>
          </ac:cxnSpMkLst>
        </pc:cxnChg>
        <pc:cxnChg chg="mod">
          <ac:chgData name="Paul Wilford" userId="54ec3222809bc7fa" providerId="LiveId" clId="{8E6580D4-04D5-4BCE-9A0F-446E28215936}" dt="2026-03-28T18:16:39.688" v="708" actId="1076"/>
          <ac:cxnSpMkLst>
            <pc:docMk/>
            <pc:sldMk cId="56321924" sldId="256"/>
            <ac:cxnSpMk id="58" creationId="{A683098A-110E-0CFB-558D-A5E76D8BCE80}"/>
          </ac:cxnSpMkLst>
        </pc:cxnChg>
        <pc:cxnChg chg="del">
          <ac:chgData name="Paul Wilford" userId="54ec3222809bc7fa" providerId="LiveId" clId="{8E6580D4-04D5-4BCE-9A0F-446E28215936}" dt="2026-03-28T18:18:03.125" v="721" actId="478"/>
          <ac:cxnSpMkLst>
            <pc:docMk/>
            <pc:sldMk cId="56321924" sldId="256"/>
            <ac:cxnSpMk id="59" creationId="{2A8AA0A9-FFC1-ED7E-CB51-95ABC0CB857A}"/>
          </ac:cxnSpMkLst>
        </pc:cxnChg>
        <pc:cxnChg chg="del">
          <ac:chgData name="Paul Wilford" userId="54ec3222809bc7fa" providerId="LiveId" clId="{8E6580D4-04D5-4BCE-9A0F-446E28215936}" dt="2026-03-28T18:09:25.740" v="575" actId="478"/>
          <ac:cxnSpMkLst>
            <pc:docMk/>
            <pc:sldMk cId="56321924" sldId="256"/>
            <ac:cxnSpMk id="60" creationId="{8464F011-9A02-1D09-3803-D5A85373160C}"/>
          </ac:cxnSpMkLst>
        </pc:cxnChg>
        <pc:cxnChg chg="add mod">
          <ac:chgData name="Paul Wilford" userId="54ec3222809bc7fa" providerId="LiveId" clId="{8E6580D4-04D5-4BCE-9A0F-446E28215936}" dt="2026-03-28T18:06:41.838" v="520" actId="1076"/>
          <ac:cxnSpMkLst>
            <pc:docMk/>
            <pc:sldMk cId="56321924" sldId="256"/>
            <ac:cxnSpMk id="61" creationId="{5FEECF84-0367-99B1-9AE0-F2D95D7A714F}"/>
          </ac:cxnSpMkLst>
        </pc:cxnChg>
        <pc:cxnChg chg="add mod">
          <ac:chgData name="Paul Wilford" userId="54ec3222809bc7fa" providerId="LiveId" clId="{8E6580D4-04D5-4BCE-9A0F-446E28215936}" dt="2026-03-28T18:06:41.838" v="520" actId="1076"/>
          <ac:cxnSpMkLst>
            <pc:docMk/>
            <pc:sldMk cId="56321924" sldId="256"/>
            <ac:cxnSpMk id="62" creationId="{185FEADA-E58C-AF8E-E42A-8FFB81DD39BD}"/>
          </ac:cxnSpMkLst>
        </pc:cxnChg>
        <pc:cxnChg chg="add mod">
          <ac:chgData name="Paul Wilford" userId="54ec3222809bc7fa" providerId="LiveId" clId="{8E6580D4-04D5-4BCE-9A0F-446E28215936}" dt="2026-03-28T18:06:22.355" v="517"/>
          <ac:cxnSpMkLst>
            <pc:docMk/>
            <pc:sldMk cId="56321924" sldId="256"/>
            <ac:cxnSpMk id="73" creationId="{C1B770D7-1399-0C65-E060-FE43CA432E94}"/>
          </ac:cxnSpMkLst>
        </pc:cxnChg>
        <pc:cxnChg chg="add mod">
          <ac:chgData name="Paul Wilford" userId="54ec3222809bc7fa" providerId="LiveId" clId="{8E6580D4-04D5-4BCE-9A0F-446E28215936}" dt="2026-03-28T18:06:22.355" v="517"/>
          <ac:cxnSpMkLst>
            <pc:docMk/>
            <pc:sldMk cId="56321924" sldId="256"/>
            <ac:cxnSpMk id="75" creationId="{C14EB918-2E8B-AD41-73C8-55A745AF1F22}"/>
          </ac:cxnSpMkLst>
        </pc:cxnChg>
        <pc:cxnChg chg="mod">
          <ac:chgData name="Paul Wilford" userId="54ec3222809bc7fa" providerId="LiveId" clId="{8E6580D4-04D5-4BCE-9A0F-446E28215936}" dt="2026-03-28T17:48:29.175" v="235" actId="14100"/>
          <ac:cxnSpMkLst>
            <pc:docMk/>
            <pc:sldMk cId="56321924" sldId="256"/>
            <ac:cxnSpMk id="91" creationId="{F57DEF97-5607-5842-D8CA-4BA7D69756B8}"/>
          </ac:cxnSpMkLst>
        </pc:cxnChg>
        <pc:cxnChg chg="mod">
          <ac:chgData name="Paul Wilford" userId="54ec3222809bc7fa" providerId="LiveId" clId="{8E6580D4-04D5-4BCE-9A0F-446E28215936}" dt="2026-03-28T18:16:39.688" v="708" actId="1076"/>
          <ac:cxnSpMkLst>
            <pc:docMk/>
            <pc:sldMk cId="56321924" sldId="256"/>
            <ac:cxnSpMk id="93" creationId="{421A2C96-7CDC-19CA-04AB-E5EA5C300680}"/>
          </ac:cxnSpMkLst>
        </pc:cxnChg>
        <pc:cxnChg chg="del">
          <ac:chgData name="Paul Wilford" userId="54ec3222809bc7fa" providerId="LiveId" clId="{8E6580D4-04D5-4BCE-9A0F-446E28215936}" dt="2026-03-28T18:14:39.222" v="642" actId="478"/>
          <ac:cxnSpMkLst>
            <pc:docMk/>
            <pc:sldMk cId="56321924" sldId="256"/>
            <ac:cxnSpMk id="96" creationId="{BE1F61C1-4200-1690-72F2-AA55D984F3CE}"/>
          </ac:cxnSpMkLst>
        </pc:cxnChg>
        <pc:cxnChg chg="del">
          <ac:chgData name="Paul Wilford" userId="54ec3222809bc7fa" providerId="LiveId" clId="{8E6580D4-04D5-4BCE-9A0F-446E28215936}" dt="2026-03-28T18:13:04.458" v="598" actId="478"/>
          <ac:cxnSpMkLst>
            <pc:docMk/>
            <pc:sldMk cId="56321924" sldId="256"/>
            <ac:cxnSpMk id="100" creationId="{A1609DFA-3DF6-DE3A-8AEF-76E40F457E80}"/>
          </ac:cxnSpMkLst>
        </pc:cxnChg>
        <pc:cxnChg chg="del mod">
          <ac:chgData name="Paul Wilford" userId="54ec3222809bc7fa" providerId="LiveId" clId="{8E6580D4-04D5-4BCE-9A0F-446E28215936}" dt="2026-03-28T18:18:03.125" v="721" actId="478"/>
          <ac:cxnSpMkLst>
            <pc:docMk/>
            <pc:sldMk cId="56321924" sldId="256"/>
            <ac:cxnSpMk id="103" creationId="{9E94AC46-9524-0913-D4CE-029AAD96EFBD}"/>
          </ac:cxnSpMkLst>
        </pc:cxnChg>
        <pc:cxnChg chg="add mod">
          <ac:chgData name="Paul Wilford" userId="54ec3222809bc7fa" providerId="LiveId" clId="{8E6580D4-04D5-4BCE-9A0F-446E28215936}" dt="2026-03-28T18:28:05.688" v="923" actId="14100"/>
          <ac:cxnSpMkLst>
            <pc:docMk/>
            <pc:sldMk cId="56321924" sldId="256"/>
            <ac:cxnSpMk id="126" creationId="{65C38310-2BCF-0A81-DB40-F38B6AF2044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73F7-0BF1-4586-B5DA-C3A9A4A7B1BC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92360-87BE-4A05-944F-719222B89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60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92360-87BE-4A05-944F-719222B89AC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25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068A-7BDF-2F28-A134-1BDAC929D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7FF86-C9F6-EDB5-B854-DA388535D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72323-F7F6-7182-69A5-810DDEAB1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ED6A9-90ED-0473-27A7-050B6C392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447EE-DF40-488E-6EA5-226A6B1B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8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F8E9E-DA36-70F1-1FF9-F5E04516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FA947-D9EF-77C0-DC9A-27D11CC8D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17583-F542-CB9A-08B0-3B1A9787A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6B35D-3FFC-36A3-1DC2-09B34EFBC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B4834-3E4E-DBE8-2AD6-EFE3D2B67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52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FB99-6E4E-1D48-9FC9-9ED25365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33494-229F-BB8A-A556-8E1E888E7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E9FA9-A37D-CF67-68E9-3A8810C2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93348-69CA-EFED-29CB-9BECD045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BBBE7-5800-203C-412B-7CD53EAD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66A6E-32DB-65B0-5F8F-F10C1643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A7EE-CB53-0847-A907-1CF39DC850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F6783-6BF5-9DAA-6544-B300CD0C3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DFD09-CF5F-305B-2DF6-946E2ACA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4F218-4CE7-7DF3-5A0B-C254BCF21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51A36-5145-C92B-6C1E-596CC010B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78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BA47-E787-2158-9BEA-C4C96147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E2985-46B2-294F-2133-65E638358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D59618-4BCF-2E92-0856-7C53DAB3F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D5AC5-0933-E183-4E9E-3AFD1816A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773B2C-C304-7D62-1526-1F18AD6B4F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F293A1-849C-498C-52E0-609A4BB9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4B7BFD-9183-5457-8834-337CF476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2285D2-B41D-522A-DE88-A595F369A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4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54D43-2E59-E603-260C-44F6DE451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1B9C7-AA01-95D3-8F4D-05A03E482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D92B1-E63F-4A92-B6FE-20E11CB5E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903F50-1B5D-89F4-C0A9-799BD462E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5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5C9F4A-6E5E-0372-6A9E-21E8CE18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636F91-E5CA-D9D9-2A96-3D6891060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595DB-46D5-647C-32F3-085DAAAB6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99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8C819-0DB1-D912-C027-7454357A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F41B2-A7DA-3C69-FEB5-161491C1A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69E3F-A83C-5B8F-D575-9B1EBF404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7AB9A-C765-3D95-9116-7E5EFC2F0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85AE5-C10E-0C84-033B-BFA319660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941A9-BC66-F3DA-17E6-EE0E4E72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57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C2FC5-2F33-17EA-9237-946DEE448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27889-D772-B4BB-B34A-A10CCAD4A2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B5911F-361E-0A4C-8532-6291870AB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191C6-71BC-DD9B-769D-5D92E537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458AC-D29F-D932-F2B8-1AD4AAA2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5B48A-A118-9BAA-7357-9DCA2796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6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D82A1-E33C-C82D-7D43-0BAD89C91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54D095-97B0-ACFB-7FA4-598196FC17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6FB4C-C177-2442-F4F2-F0A43C910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C1F65-149F-62FA-D977-2B8E2996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B73E4-E1A8-0B60-249F-6E7B962C6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8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777C27-AB70-D9C3-683A-D70EF621A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D32446-BFEA-DE3C-F3DD-0F4E074B4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C7633-7742-11AB-A742-A872028C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0681D-FB35-95CC-FBAA-6E89C712C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2F2C9-CF47-BC57-2829-78AC10D99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3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73FF57-26BF-0DFF-23A5-78E08C7BF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65F23-40DB-3549-6EAD-6FF98184B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E608B-B657-AAE0-3989-15405DD5C4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1129CC-10ED-4266-BA14-DF07CEF0C8C8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347B-F7ED-81DC-3444-7F9E65E0D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DD925-5056-5575-3404-23FC34AD2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11BA05-40E7-48DE-B9B7-2F92AC7D7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58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AC1AD-F0A5-48C3-E8E8-87AC76535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626" y="303567"/>
            <a:ext cx="5684520" cy="419291"/>
          </a:xfrm>
        </p:spPr>
        <p:txBody>
          <a:bodyPr>
            <a:normAutofit fontScale="90000"/>
          </a:bodyPr>
          <a:lstStyle/>
          <a:p>
            <a:r>
              <a:rPr lang="en-US" sz="2400" u="sng" dirty="0"/>
              <a:t>Rutgers AI Assist    Server Monitoring Program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9B4B9C-F6C6-4FDA-4D52-1EC1E8563A41}"/>
              </a:ext>
            </a:extLst>
          </p:cNvPr>
          <p:cNvSpPr/>
          <p:nvPr/>
        </p:nvSpPr>
        <p:spPr>
          <a:xfrm>
            <a:off x="590971" y="993265"/>
            <a:ext cx="3892820" cy="47249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lowchart: Decision 43">
            <a:extLst>
              <a:ext uri="{FF2B5EF4-FFF2-40B4-BE49-F238E27FC236}">
                <a16:creationId xmlns:a16="http://schemas.microsoft.com/office/drawing/2014/main" id="{10C04D7A-E00A-1C54-042E-F5D44A8DB01F}"/>
              </a:ext>
            </a:extLst>
          </p:cNvPr>
          <p:cNvSpPr/>
          <p:nvPr/>
        </p:nvSpPr>
        <p:spPr>
          <a:xfrm>
            <a:off x="1459028" y="2851136"/>
            <a:ext cx="2266348" cy="762956"/>
          </a:xfrm>
          <a:prstGeom prst="flowChartDecisio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E36605A-F036-5141-E45A-AC450E79789E}"/>
              </a:ext>
            </a:extLst>
          </p:cNvPr>
          <p:cNvSpPr/>
          <p:nvPr/>
        </p:nvSpPr>
        <p:spPr>
          <a:xfrm>
            <a:off x="2451557" y="4256840"/>
            <a:ext cx="1962866" cy="4536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00FAC4-E96C-2A4C-898D-464F45734ED8}"/>
              </a:ext>
            </a:extLst>
          </p:cNvPr>
          <p:cNvSpPr txBox="1"/>
          <p:nvPr/>
        </p:nvSpPr>
        <p:spPr>
          <a:xfrm>
            <a:off x="2573857" y="4383170"/>
            <a:ext cx="18869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Call </a:t>
            </a:r>
            <a:r>
              <a:rPr lang="en-US" sz="1100" dirty="0" err="1"/>
              <a:t>send_email</a:t>
            </a:r>
            <a:r>
              <a:rPr lang="en-US" sz="1100" dirty="0"/>
              <a:t> function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683098A-110E-0CFB-558D-A5E76D8BCE80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2584273" y="3614092"/>
            <a:ext cx="7929" cy="592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E6E9BEE1-CACB-4BA6-7649-15707E35F838}"/>
              </a:ext>
            </a:extLst>
          </p:cNvPr>
          <p:cNvSpPr/>
          <p:nvPr/>
        </p:nvSpPr>
        <p:spPr>
          <a:xfrm>
            <a:off x="5385401" y="3745888"/>
            <a:ext cx="2793399" cy="21773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57DEF97-5607-5842-D8CA-4BA7D69756B8}"/>
              </a:ext>
            </a:extLst>
          </p:cNvPr>
          <p:cNvCxnSpPr>
            <a:cxnSpLocks/>
          </p:cNvCxnSpPr>
          <p:nvPr/>
        </p:nvCxnSpPr>
        <p:spPr>
          <a:xfrm flipV="1">
            <a:off x="3395458" y="1775138"/>
            <a:ext cx="2357157" cy="308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21A2C96-7CDC-19CA-04AB-E5EA5C300680}"/>
              </a:ext>
            </a:extLst>
          </p:cNvPr>
          <p:cNvCxnSpPr>
            <a:cxnSpLocks/>
            <a:stCxn id="15" idx="3"/>
            <a:endCxn id="44" idx="0"/>
          </p:cNvCxnSpPr>
          <p:nvPr/>
        </p:nvCxnSpPr>
        <p:spPr>
          <a:xfrm>
            <a:off x="2584274" y="2683575"/>
            <a:ext cx="7928" cy="167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F7D4F594-5044-C865-A640-B8C395F3CFA9}"/>
              </a:ext>
            </a:extLst>
          </p:cNvPr>
          <p:cNvSpPr/>
          <p:nvPr/>
        </p:nvSpPr>
        <p:spPr>
          <a:xfrm>
            <a:off x="5829727" y="3876625"/>
            <a:ext cx="1999731" cy="3785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AFE607-5A93-2F24-DEEC-DA855E31D13C}"/>
              </a:ext>
            </a:extLst>
          </p:cNvPr>
          <p:cNvSpPr txBox="1"/>
          <p:nvPr/>
        </p:nvSpPr>
        <p:spPr>
          <a:xfrm>
            <a:off x="5893124" y="3832199"/>
            <a:ext cx="1999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Alert </a:t>
            </a:r>
          </a:p>
          <a:p>
            <a:pPr algn="ctr"/>
            <a:r>
              <a:rPr lang="en-US" sz="900" dirty="0"/>
              <a:t>Specified “receivers” (”to”)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2BACD07-C73E-3C7C-D74A-07FE8F6BDBC3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4414423" y="4289494"/>
            <a:ext cx="1020316" cy="194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45F0F75-2795-5D2D-5337-17005DE4DED1}"/>
              </a:ext>
            </a:extLst>
          </p:cNvPr>
          <p:cNvSpPr txBox="1"/>
          <p:nvPr/>
        </p:nvSpPr>
        <p:spPr>
          <a:xfrm>
            <a:off x="502030" y="727104"/>
            <a:ext cx="2957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u="sng"/>
              <a:t>main_</a:t>
            </a:r>
            <a:r>
              <a:rPr lang="en-US" sz="1400" b="1" u="sng" dirty="0"/>
              <a:t>ai_assist_server_monitor.py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C9E27A-45F9-3ECE-82CC-739FEB31A288}"/>
              </a:ext>
            </a:extLst>
          </p:cNvPr>
          <p:cNvSpPr txBox="1"/>
          <p:nvPr/>
        </p:nvSpPr>
        <p:spPr>
          <a:xfrm>
            <a:off x="690405" y="1129387"/>
            <a:ext cx="3180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Import </a:t>
            </a:r>
            <a:r>
              <a:rPr lang="en-US" sz="1200" dirty="0" err="1"/>
              <a:t>send_email</a:t>
            </a:r>
            <a:endParaRPr lang="en-US" sz="1200" dirty="0"/>
          </a:p>
          <a:p>
            <a:r>
              <a:rPr lang="en-US" sz="1200" dirty="0"/>
              <a:t>Set Response time test limit (</a:t>
            </a:r>
            <a:r>
              <a:rPr lang="en-US" sz="1200" dirty="0" err="1"/>
              <a:t>max_resp_time</a:t>
            </a:r>
            <a:r>
              <a:rPr lang="en-US" sz="1200" dirty="0"/>
              <a:t>)</a:t>
            </a:r>
          </a:p>
          <a:p>
            <a:r>
              <a:rPr lang="en-US" sz="1200" dirty="0"/>
              <a:t>Set Number of time to test (</a:t>
            </a:r>
            <a:r>
              <a:rPr lang="en-US" sz="1200" dirty="0" err="1"/>
              <a:t>i</a:t>
            </a:r>
            <a:r>
              <a:rPr lang="en-US" sz="1200" dirty="0"/>
              <a:t>)</a:t>
            </a:r>
          </a:p>
        </p:txBody>
      </p:sp>
      <p:sp>
        <p:nvSpPr>
          <p:cNvPr id="15" name="Arrow: Curved Left 14">
            <a:extLst>
              <a:ext uri="{FF2B5EF4-FFF2-40B4-BE49-F238E27FC236}">
                <a16:creationId xmlns:a16="http://schemas.microsoft.com/office/drawing/2014/main" id="{B2247A78-C600-E200-0763-0D26DB7DDA20}"/>
              </a:ext>
            </a:extLst>
          </p:cNvPr>
          <p:cNvSpPr/>
          <p:nvPr/>
        </p:nvSpPr>
        <p:spPr>
          <a:xfrm>
            <a:off x="2418311" y="1952367"/>
            <a:ext cx="663852" cy="738988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Arrow: Curved Left 16">
            <a:extLst>
              <a:ext uri="{FF2B5EF4-FFF2-40B4-BE49-F238E27FC236}">
                <a16:creationId xmlns:a16="http://schemas.microsoft.com/office/drawing/2014/main" id="{25FA3067-67F7-E481-D86A-EBD703367A1B}"/>
              </a:ext>
            </a:extLst>
          </p:cNvPr>
          <p:cNvSpPr/>
          <p:nvPr/>
        </p:nvSpPr>
        <p:spPr>
          <a:xfrm rot="10800000">
            <a:off x="2130335" y="1945493"/>
            <a:ext cx="663852" cy="738988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D09A45-CA6A-44F7-C05A-98297FA17636}"/>
              </a:ext>
            </a:extLst>
          </p:cNvPr>
          <p:cNvSpPr/>
          <p:nvPr/>
        </p:nvSpPr>
        <p:spPr>
          <a:xfrm>
            <a:off x="5829727" y="829675"/>
            <a:ext cx="2185540" cy="1788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F66D82-4CD2-1054-C9BA-E13397E70479}"/>
              </a:ext>
            </a:extLst>
          </p:cNvPr>
          <p:cNvSpPr txBox="1"/>
          <p:nvPr/>
        </p:nvSpPr>
        <p:spPr>
          <a:xfrm>
            <a:off x="5737325" y="556470"/>
            <a:ext cx="1671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u="sng" dirty="0"/>
              <a:t>health_monitor.py</a:t>
            </a:r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61B1C946-C2CD-401D-9E7A-5F816044BC22}"/>
              </a:ext>
            </a:extLst>
          </p:cNvPr>
          <p:cNvSpPr/>
          <p:nvPr/>
        </p:nvSpPr>
        <p:spPr>
          <a:xfrm>
            <a:off x="9278714" y="1074081"/>
            <a:ext cx="1282277" cy="1617274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15AB12A-5342-74F6-F7EE-0E605E401792}"/>
              </a:ext>
            </a:extLst>
          </p:cNvPr>
          <p:cNvCxnSpPr>
            <a:cxnSpLocks/>
          </p:cNvCxnSpPr>
          <p:nvPr/>
        </p:nvCxnSpPr>
        <p:spPr>
          <a:xfrm flipH="1">
            <a:off x="3477117" y="1948405"/>
            <a:ext cx="2188819" cy="313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2D617F0-DFBB-0810-42B1-D8043BA007E5}"/>
              </a:ext>
            </a:extLst>
          </p:cNvPr>
          <p:cNvSpPr txBox="1"/>
          <p:nvPr/>
        </p:nvSpPr>
        <p:spPr>
          <a:xfrm rot="21155444">
            <a:off x="3776025" y="1613418"/>
            <a:ext cx="20842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Call health status Program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57AA19-5140-B106-B499-E8A140F03CAF}"/>
              </a:ext>
            </a:extLst>
          </p:cNvPr>
          <p:cNvSpPr txBox="1"/>
          <p:nvPr/>
        </p:nvSpPr>
        <p:spPr>
          <a:xfrm rot="21155444">
            <a:off x="4005864" y="2015185"/>
            <a:ext cx="20842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Return health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332267-A660-B958-7545-8CD91FC9B95B}"/>
              </a:ext>
            </a:extLst>
          </p:cNvPr>
          <p:cNvSpPr txBox="1"/>
          <p:nvPr/>
        </p:nvSpPr>
        <p:spPr>
          <a:xfrm>
            <a:off x="1863211" y="3000325"/>
            <a:ext cx="16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Check </a:t>
            </a:r>
            <a:r>
              <a:rPr lang="en-US" sz="1200" b="1" dirty="0"/>
              <a:t>health</a:t>
            </a:r>
            <a:r>
              <a:rPr lang="en-US" sz="1200" dirty="0"/>
              <a:t> variable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1BBB04-749C-D117-016C-5C0D1E61C2C6}"/>
              </a:ext>
            </a:extLst>
          </p:cNvPr>
          <p:cNvSpPr txBox="1"/>
          <p:nvPr/>
        </p:nvSpPr>
        <p:spPr>
          <a:xfrm>
            <a:off x="1951025" y="3748921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964B07F-1117-6DAF-FDE5-DBA289F4DBF0}"/>
              </a:ext>
            </a:extLst>
          </p:cNvPr>
          <p:cNvSpPr txBox="1"/>
          <p:nvPr/>
        </p:nvSpPr>
        <p:spPr>
          <a:xfrm>
            <a:off x="5351848" y="3437929"/>
            <a:ext cx="13771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u="sng" dirty="0"/>
              <a:t>send_email.py</a:t>
            </a:r>
          </a:p>
        </p:txBody>
      </p:sp>
      <p:sp>
        <p:nvSpPr>
          <p:cNvPr id="40" name="Scroll: Vertical 39">
            <a:extLst>
              <a:ext uri="{FF2B5EF4-FFF2-40B4-BE49-F238E27FC236}">
                <a16:creationId xmlns:a16="http://schemas.microsoft.com/office/drawing/2014/main" id="{BA8D01BD-64AC-DD25-9080-A2C46099D89F}"/>
              </a:ext>
            </a:extLst>
          </p:cNvPr>
          <p:cNvSpPr/>
          <p:nvPr/>
        </p:nvSpPr>
        <p:spPr>
          <a:xfrm>
            <a:off x="690405" y="3690857"/>
            <a:ext cx="1282276" cy="1391425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</a:rPr>
              <a:t>Store email parameters</a:t>
            </a:r>
          </a:p>
          <a:p>
            <a:pPr marL="285750" indent="-285750">
              <a:buFontTx/>
              <a:buChar char="-"/>
            </a:pPr>
            <a:r>
              <a:rPr lang="en-US" sz="900" dirty="0">
                <a:solidFill>
                  <a:schemeClr val="tx1"/>
                </a:solidFill>
              </a:rPr>
              <a:t>From</a:t>
            </a:r>
          </a:p>
          <a:p>
            <a:pPr marL="285750" indent="-285750">
              <a:buFontTx/>
              <a:buChar char="-"/>
            </a:pPr>
            <a:r>
              <a:rPr lang="en-US" sz="900" dirty="0">
                <a:solidFill>
                  <a:schemeClr val="tx1"/>
                </a:solidFill>
              </a:rPr>
              <a:t>To</a:t>
            </a:r>
          </a:p>
          <a:p>
            <a:pPr marL="285750" indent="-285750">
              <a:buFontTx/>
              <a:buChar char="-"/>
            </a:pPr>
            <a:r>
              <a:rPr lang="en-US" sz="900" dirty="0">
                <a:solidFill>
                  <a:schemeClr val="tx1"/>
                </a:solidFill>
              </a:rPr>
              <a:t>Subject</a:t>
            </a:r>
          </a:p>
          <a:p>
            <a:pPr marL="285750" indent="-285750">
              <a:buFontTx/>
              <a:buChar char="-"/>
            </a:pPr>
            <a:r>
              <a:rPr lang="en-US" sz="900" dirty="0">
                <a:solidFill>
                  <a:schemeClr val="tx1"/>
                </a:solidFill>
              </a:rPr>
              <a:t>Body</a:t>
            </a:r>
          </a:p>
          <a:p>
            <a:pPr marL="285750" indent="-285750">
              <a:buFontTx/>
              <a:buChar char="-"/>
            </a:pPr>
            <a:endParaRPr lang="en-US" sz="900" dirty="0">
              <a:solidFill>
                <a:schemeClr val="tx1"/>
              </a:solidFill>
            </a:endParaRPr>
          </a:p>
          <a:p>
            <a:pPr algn="ctr"/>
            <a:r>
              <a:rPr lang="en-US" sz="900" dirty="0">
                <a:solidFill>
                  <a:schemeClr val="tx1"/>
                </a:solidFill>
              </a:rPr>
              <a:t>And </a:t>
            </a:r>
            <a:r>
              <a:rPr lang="en-US" sz="900" dirty="0" err="1">
                <a:solidFill>
                  <a:schemeClr val="tx1"/>
                </a:solidFill>
              </a:rPr>
              <a:t>pswd</a:t>
            </a:r>
            <a:endParaRPr lang="en-US" sz="900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FEECF84-0367-99B1-9AE0-F2D95D7A714F}"/>
              </a:ext>
            </a:extLst>
          </p:cNvPr>
          <p:cNvCxnSpPr>
            <a:cxnSpLocks/>
          </p:cNvCxnSpPr>
          <p:nvPr/>
        </p:nvCxnSpPr>
        <p:spPr>
          <a:xfrm flipV="1">
            <a:off x="7769812" y="1567234"/>
            <a:ext cx="1612507" cy="243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85FEADA-E58C-AF8E-E42A-8FFB81DD39BD}"/>
              </a:ext>
            </a:extLst>
          </p:cNvPr>
          <p:cNvCxnSpPr>
            <a:cxnSpLocks/>
          </p:cNvCxnSpPr>
          <p:nvPr/>
        </p:nvCxnSpPr>
        <p:spPr>
          <a:xfrm flipH="1">
            <a:off x="7800415" y="1740501"/>
            <a:ext cx="1495225" cy="213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0E202C2A-C4EB-31C8-018D-49EBA083F711}"/>
              </a:ext>
            </a:extLst>
          </p:cNvPr>
          <p:cNvSpPr txBox="1"/>
          <p:nvPr/>
        </p:nvSpPr>
        <p:spPr>
          <a:xfrm rot="21155444">
            <a:off x="7971418" y="1458302"/>
            <a:ext cx="8734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ping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215322-47B4-0E0C-63B3-2EB895726C38}"/>
              </a:ext>
            </a:extLst>
          </p:cNvPr>
          <p:cNvSpPr txBox="1"/>
          <p:nvPr/>
        </p:nvSpPr>
        <p:spPr>
          <a:xfrm rot="21155444">
            <a:off x="8157495" y="1775768"/>
            <a:ext cx="12839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Ping_return</a:t>
            </a:r>
            <a:endParaRPr lang="en-US" sz="1100" dirty="0"/>
          </a:p>
        </p:txBody>
      </p:sp>
      <p:sp>
        <p:nvSpPr>
          <p:cNvPr id="71" name="Arrow: Up-Down 70">
            <a:extLst>
              <a:ext uri="{FF2B5EF4-FFF2-40B4-BE49-F238E27FC236}">
                <a16:creationId xmlns:a16="http://schemas.microsoft.com/office/drawing/2014/main" id="{1129661C-68F7-AF24-A5BF-62C895AFA8C3}"/>
              </a:ext>
            </a:extLst>
          </p:cNvPr>
          <p:cNvSpPr/>
          <p:nvPr/>
        </p:nvSpPr>
        <p:spPr>
          <a:xfrm rot="2422274">
            <a:off x="11232169" y="80311"/>
            <a:ext cx="376266" cy="123932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C931AF9-9E80-D1FC-7421-379627A24C6A}"/>
              </a:ext>
            </a:extLst>
          </p:cNvPr>
          <p:cNvSpPr txBox="1"/>
          <p:nvPr/>
        </p:nvSpPr>
        <p:spPr>
          <a:xfrm>
            <a:off x="11337149" y="883762"/>
            <a:ext cx="705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err="1"/>
              <a:t>chatGPT</a:t>
            </a:r>
            <a:endParaRPr lang="en-US" sz="11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A124819-D4B0-2099-CCCE-898C048B0EDE}"/>
              </a:ext>
            </a:extLst>
          </p:cNvPr>
          <p:cNvSpPr txBox="1"/>
          <p:nvPr/>
        </p:nvSpPr>
        <p:spPr>
          <a:xfrm>
            <a:off x="2188312" y="3189337"/>
            <a:ext cx="994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Set health variable to false for testing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4CBDA60-9566-7B39-3D96-B5CA827B7ACA}"/>
              </a:ext>
            </a:extLst>
          </p:cNvPr>
          <p:cNvSpPr txBox="1"/>
          <p:nvPr/>
        </p:nvSpPr>
        <p:spPr>
          <a:xfrm>
            <a:off x="5829727" y="4710479"/>
            <a:ext cx="223489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│</a:t>
            </a: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send_email.py                              </a:t>
            </a:r>
            <a:b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│</a:t>
            </a: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build </a:t>
            </a:r>
            <a:r>
              <a:rPr lang="en-US" sz="1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EmailMessage</a:t>
            </a: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           </a:t>
            </a:r>
            <a:b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│</a:t>
            </a: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connect to Gmail SMTP                     </a:t>
            </a:r>
            <a:b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│</a:t>
            </a: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login (sender + app password)            </a:t>
            </a:r>
            <a:b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│</a:t>
            </a: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send message </a:t>
            </a:r>
            <a:endParaRPr lang="en-US" sz="11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E36986F-6B3D-5C4C-3C37-000CE2CC75E1}"/>
              </a:ext>
            </a:extLst>
          </p:cNvPr>
          <p:cNvSpPr txBox="1"/>
          <p:nvPr/>
        </p:nvSpPr>
        <p:spPr>
          <a:xfrm>
            <a:off x="5518053" y="4365283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def </a:t>
            </a:r>
            <a:r>
              <a:rPr lang="en-US" sz="1100" dirty="0" err="1"/>
              <a:t>send_email</a:t>
            </a:r>
            <a:endParaRPr lang="en-US" sz="1100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E126AB1-E53D-9120-2E5F-5E83EE74417E}"/>
              </a:ext>
            </a:extLst>
          </p:cNvPr>
          <p:cNvSpPr/>
          <p:nvPr/>
        </p:nvSpPr>
        <p:spPr>
          <a:xfrm>
            <a:off x="8776627" y="3694234"/>
            <a:ext cx="2793399" cy="21773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59589F8A-7BD9-A7DE-4A5F-7D9B4E77BD65}"/>
              </a:ext>
            </a:extLst>
          </p:cNvPr>
          <p:cNvSpPr/>
          <p:nvPr/>
        </p:nvSpPr>
        <p:spPr>
          <a:xfrm>
            <a:off x="9220953" y="3824971"/>
            <a:ext cx="1999731" cy="3785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136434C-8F3E-8DE2-899D-00241A27226B}"/>
              </a:ext>
            </a:extLst>
          </p:cNvPr>
          <p:cNvSpPr txBox="1"/>
          <p:nvPr/>
        </p:nvSpPr>
        <p:spPr>
          <a:xfrm>
            <a:off x="9295640" y="3804150"/>
            <a:ext cx="1999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Used to stand-alone test</a:t>
            </a:r>
          </a:p>
          <a:p>
            <a:pPr algn="ctr"/>
            <a:r>
              <a:rPr lang="en-US" sz="900" dirty="0"/>
              <a:t>send_email.py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33C37F7-0CB9-1A3E-9EC9-175B77C8116B}"/>
              </a:ext>
            </a:extLst>
          </p:cNvPr>
          <p:cNvSpPr txBox="1"/>
          <p:nvPr/>
        </p:nvSpPr>
        <p:spPr>
          <a:xfrm>
            <a:off x="8743074" y="3386275"/>
            <a:ext cx="19751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u="sng" dirty="0"/>
              <a:t>tester function call.py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AE66573-202F-55F0-C92E-BC158DF95851}"/>
              </a:ext>
            </a:extLst>
          </p:cNvPr>
          <p:cNvSpPr txBox="1"/>
          <p:nvPr/>
        </p:nvSpPr>
        <p:spPr>
          <a:xfrm>
            <a:off x="9220953" y="4658825"/>
            <a:ext cx="2234897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│</a:t>
            </a: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send_email.py                              </a:t>
            </a:r>
            <a:b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│</a:t>
            </a: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build </a:t>
            </a:r>
            <a:r>
              <a:rPr lang="en-US" sz="1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EmailMessage</a:t>
            </a: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           </a:t>
            </a:r>
            <a:b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│</a:t>
            </a: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connect to Gmail SMTP                     </a:t>
            </a:r>
            <a:b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│</a:t>
            </a: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login (sender + app password)            </a:t>
            </a:r>
            <a:b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│</a:t>
            </a:r>
            <a:r>
              <a:rPr lang="en-US" sz="1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send message </a:t>
            </a:r>
            <a:endParaRPr lang="en-US" sz="11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3B4C4BA-D67D-8B1A-3515-E7EAFAC37D7F}"/>
              </a:ext>
            </a:extLst>
          </p:cNvPr>
          <p:cNvSpPr txBox="1"/>
          <p:nvPr/>
        </p:nvSpPr>
        <p:spPr>
          <a:xfrm>
            <a:off x="8909279" y="4313629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def </a:t>
            </a:r>
            <a:r>
              <a:rPr lang="en-US" sz="1100" dirty="0" err="1"/>
              <a:t>send_email</a:t>
            </a:r>
            <a:endParaRPr lang="en-US" sz="1100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5C38310-2BCF-0A81-DB40-F38B6AF20449}"/>
              </a:ext>
            </a:extLst>
          </p:cNvPr>
          <p:cNvCxnSpPr>
            <a:cxnSpLocks/>
          </p:cNvCxnSpPr>
          <p:nvPr/>
        </p:nvCxnSpPr>
        <p:spPr>
          <a:xfrm flipH="1" flipV="1">
            <a:off x="8064624" y="4513975"/>
            <a:ext cx="793451" cy="1707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4017D939-ED42-97CB-CFE5-4350379AB607}"/>
              </a:ext>
            </a:extLst>
          </p:cNvPr>
          <p:cNvSpPr txBox="1"/>
          <p:nvPr/>
        </p:nvSpPr>
        <p:spPr>
          <a:xfrm>
            <a:off x="1029644" y="2170011"/>
            <a:ext cx="9781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set to</a:t>
            </a:r>
          </a:p>
          <a:p>
            <a:pPr algn="ctr"/>
            <a:r>
              <a:rPr lang="en-US" sz="1100" dirty="0"/>
              <a:t>5X for testing</a:t>
            </a:r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F5DFF649-E680-6EB4-01E7-CBB81FD66D8D}"/>
              </a:ext>
            </a:extLst>
          </p:cNvPr>
          <p:cNvSpPr/>
          <p:nvPr/>
        </p:nvSpPr>
        <p:spPr>
          <a:xfrm>
            <a:off x="9531589" y="1519387"/>
            <a:ext cx="793452" cy="943093"/>
          </a:xfrm>
          <a:prstGeom prst="can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Dong’s</a:t>
            </a:r>
          </a:p>
          <a:p>
            <a:pPr algn="ctr"/>
            <a:r>
              <a:rPr lang="en-US" sz="1050" dirty="0"/>
              <a:t>AI-Assist</a:t>
            </a:r>
          </a:p>
          <a:p>
            <a:pPr algn="ctr"/>
            <a:r>
              <a:rPr lang="en-US" sz="1050" dirty="0"/>
              <a:t>Program</a:t>
            </a:r>
          </a:p>
          <a:p>
            <a:pPr algn="ctr"/>
            <a:r>
              <a:rPr lang="en-US" sz="1050" dirty="0"/>
              <a:t>(Python Server</a:t>
            </a:r>
            <a:r>
              <a:rPr lang="en-US" sz="1200" dirty="0"/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7A7C9C-3847-7A46-01FD-07E99D9269F9}"/>
              </a:ext>
            </a:extLst>
          </p:cNvPr>
          <p:cNvSpPr/>
          <p:nvPr/>
        </p:nvSpPr>
        <p:spPr>
          <a:xfrm>
            <a:off x="9654366" y="891799"/>
            <a:ext cx="1282277" cy="122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API to ChatGPT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DF7F84-0217-60A2-67F5-83184E5010DE}"/>
              </a:ext>
            </a:extLst>
          </p:cNvPr>
          <p:cNvSpPr txBox="1"/>
          <p:nvPr/>
        </p:nvSpPr>
        <p:spPr>
          <a:xfrm>
            <a:off x="8051698" y="993265"/>
            <a:ext cx="9291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/>
              <a:t>Websocket</a:t>
            </a:r>
            <a:endParaRPr lang="en-US" sz="1100" dirty="0"/>
          </a:p>
          <a:p>
            <a:r>
              <a:rPr lang="en-US" sz="1100" dirty="0"/>
              <a:t>Connection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056DA0-35B8-01D8-656F-9A6406870F41}"/>
              </a:ext>
            </a:extLst>
          </p:cNvPr>
          <p:cNvSpPr/>
          <p:nvPr/>
        </p:nvSpPr>
        <p:spPr>
          <a:xfrm>
            <a:off x="6128896" y="1766246"/>
            <a:ext cx="1710612" cy="589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E3DBBD-DB8E-804A-9CAB-BE254260C499}"/>
              </a:ext>
            </a:extLst>
          </p:cNvPr>
          <p:cNvSpPr txBox="1"/>
          <p:nvPr/>
        </p:nvSpPr>
        <p:spPr>
          <a:xfrm>
            <a:off x="5998942" y="1892576"/>
            <a:ext cx="18869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Check for proper response within preset time window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38EA8B-FB84-ED14-6856-5247C5136949}"/>
              </a:ext>
            </a:extLst>
          </p:cNvPr>
          <p:cNvSpPr/>
          <p:nvPr/>
        </p:nvSpPr>
        <p:spPr>
          <a:xfrm>
            <a:off x="6098314" y="1003473"/>
            <a:ext cx="1710612" cy="5891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556B69-2B96-392C-AE05-A963E60FEAF8}"/>
              </a:ext>
            </a:extLst>
          </p:cNvPr>
          <p:cNvSpPr txBox="1"/>
          <p:nvPr/>
        </p:nvSpPr>
        <p:spPr>
          <a:xfrm>
            <a:off x="6010159" y="1028405"/>
            <a:ext cx="18869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Setup </a:t>
            </a:r>
            <a:r>
              <a:rPr lang="en-US" sz="1100" dirty="0" err="1"/>
              <a:t>websocket</a:t>
            </a:r>
            <a:r>
              <a:rPr lang="en-US" sz="1100" dirty="0"/>
              <a:t> connection to Leverage AI Assist server</a:t>
            </a:r>
          </a:p>
        </p:txBody>
      </p:sp>
    </p:spTree>
    <p:extLst>
      <p:ext uri="{BB962C8B-B14F-4D97-AF65-F5344CB8AC3E}">
        <p14:creationId xmlns:p14="http://schemas.microsoft.com/office/powerpoint/2010/main" val="56321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218</Words>
  <Application>Microsoft Office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Rutgers AI Assist    Server Monitoring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Wilford</dc:creator>
  <cp:lastModifiedBy>Paul Wilford</cp:lastModifiedBy>
  <cp:revision>4</cp:revision>
  <dcterms:created xsi:type="dcterms:W3CDTF">2026-02-11T21:11:21Z</dcterms:created>
  <dcterms:modified xsi:type="dcterms:W3CDTF">2026-03-28T23:01:06Z</dcterms:modified>
</cp:coreProperties>
</file>
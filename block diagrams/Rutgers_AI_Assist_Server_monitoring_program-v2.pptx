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3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lford" userId="54ec3222809bc7fa" providerId="LiveId" clId="{8E6580D4-04D5-4BCE-9A0F-446E28215936}"/>
    <pc:docChg chg="undo custSel modSld">
      <pc:chgData name="Paul Wilford" userId="54ec3222809bc7fa" providerId="LiveId" clId="{8E6580D4-04D5-4BCE-9A0F-446E28215936}" dt="2026-03-28T22:44:52.555" v="1452" actId="478"/>
      <pc:docMkLst>
        <pc:docMk/>
      </pc:docMkLst>
      <pc:sldChg chg="addSp delSp modSp mod">
        <pc:chgData name="Paul Wilford" userId="54ec3222809bc7fa" providerId="LiveId" clId="{8E6580D4-04D5-4BCE-9A0F-446E28215936}" dt="2026-03-28T22:44:52.555" v="1452" actId="478"/>
        <pc:sldMkLst>
          <pc:docMk/>
          <pc:sldMk cId="56321924" sldId="256"/>
        </pc:sldMkLst>
        <pc:spChg chg="del">
          <ac:chgData name="Paul Wilford" userId="54ec3222809bc7fa" providerId="LiveId" clId="{8E6580D4-04D5-4BCE-9A0F-446E28215936}" dt="2026-03-28T22:44:47.839" v="1450" actId="478"/>
          <ac:spMkLst>
            <pc:docMk/>
            <pc:sldMk cId="56321924" sldId="256"/>
            <ac:spMk id="3" creationId="{F7D4F594-5044-C865-A640-B8C395F3CFA9}"/>
          </ac:spMkLst>
        </pc:spChg>
        <pc:spChg chg="del">
          <ac:chgData name="Paul Wilford" userId="54ec3222809bc7fa" providerId="LiveId" clId="{8E6580D4-04D5-4BCE-9A0F-446E28215936}" dt="2026-03-28T22:44:47.839" v="1450" actId="478"/>
          <ac:spMkLst>
            <pc:docMk/>
            <pc:sldMk cId="56321924" sldId="256"/>
            <ac:spMk id="4" creationId="{46AFE607-5A93-2F24-DEEC-DA855E31D13C}"/>
          </ac:spMkLst>
        </pc:spChg>
        <pc:spChg chg="del">
          <ac:chgData name="Paul Wilford" userId="54ec3222809bc7fa" providerId="LiveId" clId="{8E6580D4-04D5-4BCE-9A0F-446E28215936}" dt="2026-03-28T22:44:47.839" v="1450" actId="478"/>
          <ac:spMkLst>
            <pc:docMk/>
            <pc:sldMk cId="56321924" sldId="256"/>
            <ac:spMk id="8" creationId="{572C499D-2DF9-1ABD-8B02-75EEF96BE41B}"/>
          </ac:spMkLst>
        </pc:spChg>
        <pc:spChg chg="del">
          <ac:chgData name="Paul Wilford" userId="54ec3222809bc7fa" providerId="LiveId" clId="{8E6580D4-04D5-4BCE-9A0F-446E28215936}" dt="2026-03-28T22:44:47.839" v="1450" actId="478"/>
          <ac:spMkLst>
            <pc:docMk/>
            <pc:sldMk cId="56321924" sldId="256"/>
            <ac:spMk id="9" creationId="{2D2468DA-B6F9-7B43-53FF-8406E3856DD4}"/>
          </ac:spMkLst>
        </pc:spChg>
        <pc:spChg chg="add del mod">
          <ac:chgData name="Paul Wilford" userId="54ec3222809bc7fa" providerId="LiveId" clId="{8E6580D4-04D5-4BCE-9A0F-446E28215936}" dt="2026-03-28T22:44:09.951" v="1447"/>
          <ac:spMkLst>
            <pc:docMk/>
            <pc:sldMk cId="56321924" sldId="256"/>
            <ac:spMk id="54" creationId="{B0811324-4FB9-FC66-E15D-0DA1FDFCB355}"/>
          </ac:spMkLst>
        </pc:spChg>
        <pc:spChg chg="add del mod">
          <ac:chgData name="Paul Wilford" userId="54ec3222809bc7fa" providerId="LiveId" clId="{8E6580D4-04D5-4BCE-9A0F-446E28215936}" dt="2026-03-28T22:44:09.951" v="1445"/>
          <ac:spMkLst>
            <pc:docMk/>
            <pc:sldMk cId="56321924" sldId="256"/>
            <ac:spMk id="55" creationId="{03FC3D71-C347-DED2-F82A-D627E14E98FB}"/>
          </ac:spMkLst>
        </pc:spChg>
        <pc:spChg chg="del mod">
          <ac:chgData name="Paul Wilford" userId="54ec3222809bc7fa" providerId="LiveId" clId="{8E6580D4-04D5-4BCE-9A0F-446E28215936}" dt="2026-03-28T22:44:09.951" v="1449"/>
          <ac:spMkLst>
            <pc:docMk/>
            <pc:sldMk cId="56321924" sldId="256"/>
            <ac:spMk id="88" creationId="{37F324B7-3F82-0260-24BE-E30B907BDD2F}"/>
          </ac:spMkLst>
        </pc:spChg>
        <pc:spChg chg="add del mod">
          <ac:chgData name="Paul Wilford" userId="54ec3222809bc7fa" providerId="LiveId" clId="{8E6580D4-04D5-4BCE-9A0F-446E28215936}" dt="2026-03-28T22:44:09.951" v="1443"/>
          <ac:spMkLst>
            <pc:docMk/>
            <pc:sldMk cId="56321924" sldId="256"/>
            <ac:spMk id="89" creationId="{A164A296-D992-733E-5F0F-2FE7C417E8E8}"/>
          </ac:spMkLst>
        </pc:spChg>
        <pc:cxnChg chg="del mod">
          <ac:chgData name="Paul Wilford" userId="54ec3222809bc7fa" providerId="LiveId" clId="{8E6580D4-04D5-4BCE-9A0F-446E28215936}" dt="2026-03-28T22:44:49.199" v="1451" actId="478"/>
          <ac:cxnSpMkLst>
            <pc:docMk/>
            <pc:sldMk cId="56321924" sldId="256"/>
            <ac:cxnSpMk id="6" creationId="{D2BACD07-C73E-3C7C-D74A-07FE8F6BDBC3}"/>
          </ac:cxnSpMkLst>
        </pc:cxnChg>
        <pc:cxnChg chg="del mod">
          <ac:chgData name="Paul Wilford" userId="54ec3222809bc7fa" providerId="LiveId" clId="{8E6580D4-04D5-4BCE-9A0F-446E28215936}" dt="2026-03-28T22:44:52.555" v="1452" actId="478"/>
          <ac:cxnSpMkLst>
            <pc:docMk/>
            <pc:sldMk cId="56321924" sldId="256"/>
            <ac:cxnSpMk id="11" creationId="{267FDB67-989A-E602-C5AD-52AE0FF90F1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068A-7BDF-2F28-A134-1BDAC929D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7FF86-C9F6-EDB5-B854-DA388535D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72323-F7F6-7182-69A5-810DDEAB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ED6A9-90ED-0473-27A7-050B6C39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447EE-DF40-488E-6EA5-226A6B1B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8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8E9E-DA36-70F1-1FF9-F5E04516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FA947-D9EF-77C0-DC9A-27D11CC8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17583-F542-CB9A-08B0-3B1A9787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6B35D-3FFC-36A3-1DC2-09B34EFB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4834-3E4E-DBE8-2AD6-EFE3D2B6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5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FB99-6E4E-1D48-9FC9-9ED25365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33494-229F-BB8A-A556-8E1E888E7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E9FA9-A37D-CF67-68E9-3A8810C2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3348-69CA-EFED-29CB-9BECD045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BBBE7-5800-203C-412B-7CD53EAD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6A6E-32DB-65B0-5F8F-F10C1643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A7EE-CB53-0847-A907-1CF39DC85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F6783-6BF5-9DAA-6544-B300CD0C3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DFD09-CF5F-305B-2DF6-946E2ACA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4F218-4CE7-7DF3-5A0B-C254BCF2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51A36-5145-C92B-6C1E-596CC010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7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BA47-E787-2158-9BEA-C4C96147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E2985-46B2-294F-2133-65E638358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59618-4BCF-2E92-0856-7C53DAB3F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D5AC5-0933-E183-4E9E-3AFD1816A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73B2C-C304-7D62-1526-1F18AD6B4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293A1-849C-498C-52E0-609A4BB9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B7BFD-9183-5457-8834-337CF476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285D2-B41D-522A-DE88-A595F369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4D43-2E59-E603-260C-44F6DE45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1B9C7-AA01-95D3-8F4D-05A03E48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D92B1-E63F-4A92-B6FE-20E11CB5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03F50-1B5D-89F4-C0A9-799BD462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5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C9F4A-6E5E-0372-6A9E-21E8CE18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36F91-E5CA-D9D9-2A96-3D689106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595DB-46D5-647C-32F3-085DAAAB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9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C819-0DB1-D912-C027-7454357A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41B2-A7DA-3C69-FEB5-161491C1A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69E3F-A83C-5B8F-D575-9B1EBF404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7AB9A-C765-3D95-9116-7E5EFC2F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85AE5-C10E-0C84-033B-BFA31966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941A9-BC66-F3DA-17E6-EE0E4E72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5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2FC5-2F33-17EA-9237-946DEE44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27889-D772-B4BB-B34A-A10CCAD4A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5911F-361E-0A4C-8532-6291870AB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191C6-71BC-DD9B-769D-5D92E537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458AC-D29F-D932-F2B8-1AD4AAA2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5B48A-A118-9BAA-7357-9DCA2796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6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82A1-E33C-C82D-7D43-0BAD89C9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4D095-97B0-ACFB-7FA4-598196FC1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FB4C-C177-2442-F4F2-F0A43C91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C1F65-149F-62FA-D977-2B8E2996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B73E4-E1A8-0B60-249F-6E7B962C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777C27-AB70-D9C3-683A-D70EF621A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32446-BFEA-DE3C-F3DD-0F4E074B4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C7633-7742-11AB-A742-A872028C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0681D-FB35-95CC-FBAA-6E89C712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2F2C9-CF47-BC57-2829-78AC10D9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3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73FF57-26BF-0DFF-23A5-78E08C7B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65F23-40DB-3549-6EAD-6FF98184B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E608B-B657-AAE0-3989-15405DD5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347B-F7ED-81DC-3444-7F9E65E0D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DD925-5056-5575-3404-23FC34AD2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5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C1AD-F0A5-48C3-E8E8-87AC76535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18" y="19093"/>
            <a:ext cx="5684520" cy="419291"/>
          </a:xfrm>
        </p:spPr>
        <p:txBody>
          <a:bodyPr>
            <a:normAutofit fontScale="90000"/>
          </a:bodyPr>
          <a:lstStyle/>
          <a:p>
            <a:r>
              <a:rPr lang="en-US" sz="2400" u="sng" dirty="0"/>
              <a:t>Rutgers AI Assist    Server Monitoring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9286BD-17F2-35FD-2F3C-5F32A83331A9}"/>
              </a:ext>
            </a:extLst>
          </p:cNvPr>
          <p:cNvSpPr txBox="1"/>
          <p:nvPr/>
        </p:nvSpPr>
        <p:spPr>
          <a:xfrm>
            <a:off x="3037977" y="640679"/>
            <a:ext cx="21843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Make a WebSocket Connection</a:t>
            </a:r>
          </a:p>
          <a:p>
            <a:pPr algn="ctr"/>
            <a:r>
              <a:rPr lang="en-US" sz="1100" dirty="0"/>
              <a:t>(to defined URL)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9B4B9C-F6C6-4FDA-4D52-1EC1E8563A41}"/>
              </a:ext>
            </a:extLst>
          </p:cNvPr>
          <p:cNvSpPr/>
          <p:nvPr/>
        </p:nvSpPr>
        <p:spPr>
          <a:xfrm>
            <a:off x="2945614" y="606550"/>
            <a:ext cx="2369130" cy="453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FEE04D1-EB7F-3AA4-13A2-4F3FA00A89EA}"/>
              </a:ext>
            </a:extLst>
          </p:cNvPr>
          <p:cNvSpPr/>
          <p:nvPr/>
        </p:nvSpPr>
        <p:spPr>
          <a:xfrm>
            <a:off x="2505344" y="1180296"/>
            <a:ext cx="3045350" cy="453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F6CB3-EA95-E23C-888D-7949D03F8F2B}"/>
              </a:ext>
            </a:extLst>
          </p:cNvPr>
          <p:cNvSpPr txBox="1"/>
          <p:nvPr/>
        </p:nvSpPr>
        <p:spPr>
          <a:xfrm>
            <a:off x="2373515" y="1189425"/>
            <a:ext cx="35374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Start a “test monitor chat”</a:t>
            </a:r>
          </a:p>
          <a:p>
            <a:pPr algn="ctr"/>
            <a:r>
              <a:rPr lang="en-US" sz="1100" dirty="0"/>
              <a:t>(send “</a:t>
            </a:r>
            <a:r>
              <a:rPr lang="en-US" sz="1100" dirty="0" err="1"/>
              <a:t>start_chat</a:t>
            </a:r>
            <a:r>
              <a:rPr lang="en-US" sz="1100" dirty="0"/>
              <a:t>” key message) to the server</a:t>
            </a:r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10C04D7A-E00A-1C54-042E-F5D44A8DB01F}"/>
              </a:ext>
            </a:extLst>
          </p:cNvPr>
          <p:cNvSpPr/>
          <p:nvPr/>
        </p:nvSpPr>
        <p:spPr>
          <a:xfrm>
            <a:off x="2828081" y="1869137"/>
            <a:ext cx="2611120" cy="1087120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D93EC1-6140-522E-0050-CADAEC0DBF8B}"/>
              </a:ext>
            </a:extLst>
          </p:cNvPr>
          <p:cNvSpPr txBox="1"/>
          <p:nvPr/>
        </p:nvSpPr>
        <p:spPr>
          <a:xfrm>
            <a:off x="3229599" y="2128252"/>
            <a:ext cx="1785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Rcv</a:t>
            </a:r>
            <a:r>
              <a:rPr lang="en-US" sz="1200" dirty="0"/>
              <a:t> reply (</a:t>
            </a:r>
            <a:r>
              <a:rPr lang="en-US" sz="1200" dirty="0" err="1"/>
              <a:t>thread_id</a:t>
            </a:r>
            <a:r>
              <a:rPr lang="en-US" sz="1200" dirty="0"/>
              <a:t>) from server within 30 seconds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DB56BA-C41E-97EC-A57D-C56C043C07FE}"/>
              </a:ext>
            </a:extLst>
          </p:cNvPr>
          <p:cNvSpPr txBox="1"/>
          <p:nvPr/>
        </p:nvSpPr>
        <p:spPr>
          <a:xfrm>
            <a:off x="6192230" y="2268209"/>
            <a:ext cx="2294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Print “no thread-id“</a:t>
            </a:r>
          </a:p>
          <a:p>
            <a:pPr algn="ctr"/>
            <a:r>
              <a:rPr lang="en-US" sz="1100" dirty="0"/>
              <a:t> Response”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8B4009-08C0-BFE4-1BE7-50AF2C6059C1}"/>
              </a:ext>
            </a:extLst>
          </p:cNvPr>
          <p:cNvSpPr/>
          <p:nvPr/>
        </p:nvSpPr>
        <p:spPr>
          <a:xfrm>
            <a:off x="6321800" y="2256832"/>
            <a:ext cx="2369130" cy="453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E36605A-F036-5141-E45A-AC450E79789E}"/>
              </a:ext>
            </a:extLst>
          </p:cNvPr>
          <p:cNvSpPr/>
          <p:nvPr/>
        </p:nvSpPr>
        <p:spPr>
          <a:xfrm>
            <a:off x="6281852" y="2850490"/>
            <a:ext cx="2369129" cy="453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00FAC4-E96C-2A4C-898D-464F45734ED8}"/>
              </a:ext>
            </a:extLst>
          </p:cNvPr>
          <p:cNvSpPr txBox="1"/>
          <p:nvPr/>
        </p:nvSpPr>
        <p:spPr>
          <a:xfrm>
            <a:off x="6290474" y="2850490"/>
            <a:ext cx="18869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Send time out message to server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D9F7958-8AEE-839E-225F-34B659670E39}"/>
              </a:ext>
            </a:extLst>
          </p:cNvPr>
          <p:cNvCxnSpPr>
            <a:stCxn id="44" idx="3"/>
          </p:cNvCxnSpPr>
          <p:nvPr/>
        </p:nvCxnSpPr>
        <p:spPr>
          <a:xfrm flipV="1">
            <a:off x="5439201" y="2407617"/>
            <a:ext cx="842651" cy="5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8CB6F72-A563-3984-B9BE-21FE52B359F1}"/>
              </a:ext>
            </a:extLst>
          </p:cNvPr>
          <p:cNvSpPr txBox="1"/>
          <p:nvPr/>
        </p:nvSpPr>
        <p:spPr>
          <a:xfrm>
            <a:off x="5603314" y="2001899"/>
            <a:ext cx="474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6" name="Flowchart: Decision 55">
            <a:extLst>
              <a:ext uri="{FF2B5EF4-FFF2-40B4-BE49-F238E27FC236}">
                <a16:creationId xmlns:a16="http://schemas.microsoft.com/office/drawing/2014/main" id="{3786B73B-B2FE-3C91-DCA5-B4D4855A312A}"/>
              </a:ext>
            </a:extLst>
          </p:cNvPr>
          <p:cNvSpPr/>
          <p:nvPr/>
        </p:nvSpPr>
        <p:spPr>
          <a:xfrm>
            <a:off x="2836702" y="3443747"/>
            <a:ext cx="2611120" cy="1087120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750E82-B16F-9D02-F44A-ACD107F71933}"/>
              </a:ext>
            </a:extLst>
          </p:cNvPr>
          <p:cNvSpPr txBox="1"/>
          <p:nvPr/>
        </p:nvSpPr>
        <p:spPr>
          <a:xfrm>
            <a:off x="3162020" y="3598927"/>
            <a:ext cx="1960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Rcv</a:t>
            </a:r>
            <a:r>
              <a:rPr lang="en-US" sz="1200" dirty="0"/>
              <a:t> reply (</a:t>
            </a:r>
            <a:r>
              <a:rPr lang="en-US" sz="1200" dirty="0" err="1"/>
              <a:t>initial_chat_greeting</a:t>
            </a:r>
            <a:r>
              <a:rPr lang="en-US" sz="1200" dirty="0"/>
              <a:t>) from server within 30 seconds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683098A-110E-0CFB-558D-A5E76D8BCE80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4133641" y="2956257"/>
            <a:ext cx="0" cy="500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A8AA0A9-FFC1-ED7E-CB51-95ABC0CB857A}"/>
              </a:ext>
            </a:extLst>
          </p:cNvPr>
          <p:cNvCxnSpPr>
            <a:cxnSpLocks/>
          </p:cNvCxnSpPr>
          <p:nvPr/>
        </p:nvCxnSpPr>
        <p:spPr>
          <a:xfrm>
            <a:off x="4142359" y="4530867"/>
            <a:ext cx="0" cy="453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464F011-9A02-1D09-3803-D5A85373160C}"/>
              </a:ext>
            </a:extLst>
          </p:cNvPr>
          <p:cNvCxnSpPr/>
          <p:nvPr/>
        </p:nvCxnSpPr>
        <p:spPr>
          <a:xfrm flipV="1">
            <a:off x="5438851" y="3987307"/>
            <a:ext cx="842651" cy="5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D7FC18A-899A-DEF6-2887-356993510B67}"/>
              </a:ext>
            </a:extLst>
          </p:cNvPr>
          <p:cNvSpPr txBox="1"/>
          <p:nvPr/>
        </p:nvSpPr>
        <p:spPr>
          <a:xfrm>
            <a:off x="6200851" y="3760641"/>
            <a:ext cx="2294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Print “no Initial chat greeting“</a:t>
            </a:r>
          </a:p>
          <a:p>
            <a:pPr algn="ctr"/>
            <a:r>
              <a:rPr lang="en-US" sz="1100" dirty="0"/>
              <a:t> Response”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6E9BEE1-CACB-4BA6-7649-15707E35F838}"/>
              </a:ext>
            </a:extLst>
          </p:cNvPr>
          <p:cNvSpPr/>
          <p:nvPr/>
        </p:nvSpPr>
        <p:spPr>
          <a:xfrm>
            <a:off x="6290474" y="3737888"/>
            <a:ext cx="2369130" cy="453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080274C-7432-E955-102B-8464CC749850}"/>
              </a:ext>
            </a:extLst>
          </p:cNvPr>
          <p:cNvSpPr/>
          <p:nvPr/>
        </p:nvSpPr>
        <p:spPr>
          <a:xfrm>
            <a:off x="6290473" y="4342922"/>
            <a:ext cx="2384167" cy="453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2D60F3-724A-45B7-BB93-EE7F6A62936D}"/>
              </a:ext>
            </a:extLst>
          </p:cNvPr>
          <p:cNvSpPr txBox="1"/>
          <p:nvPr/>
        </p:nvSpPr>
        <p:spPr>
          <a:xfrm>
            <a:off x="6299095" y="4342922"/>
            <a:ext cx="18869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Send time out message to server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C560E3-7BB1-F0B5-1914-6DA306A16E5E}"/>
              </a:ext>
            </a:extLst>
          </p:cNvPr>
          <p:cNvSpPr txBox="1"/>
          <p:nvPr/>
        </p:nvSpPr>
        <p:spPr>
          <a:xfrm>
            <a:off x="5573773" y="366669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6A7E62D-F44C-3CF1-F54A-00BD8F6FC453}"/>
              </a:ext>
            </a:extLst>
          </p:cNvPr>
          <p:cNvSpPr/>
          <p:nvPr/>
        </p:nvSpPr>
        <p:spPr>
          <a:xfrm>
            <a:off x="2511385" y="4983900"/>
            <a:ext cx="3399622" cy="453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F63F2A5-03B0-35CB-10EB-D3BF3D574F23}"/>
              </a:ext>
            </a:extLst>
          </p:cNvPr>
          <p:cNvSpPr/>
          <p:nvPr/>
        </p:nvSpPr>
        <p:spPr>
          <a:xfrm>
            <a:off x="2957697" y="5755928"/>
            <a:ext cx="2369129" cy="453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CFFDC71-B1AB-46E0-5212-6ECE136670AE}"/>
              </a:ext>
            </a:extLst>
          </p:cNvPr>
          <p:cNvSpPr txBox="1"/>
          <p:nvPr/>
        </p:nvSpPr>
        <p:spPr>
          <a:xfrm>
            <a:off x="2117029" y="4960644"/>
            <a:ext cx="40108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Continue the test chat</a:t>
            </a:r>
          </a:p>
          <a:p>
            <a:pPr algn="ctr"/>
            <a:r>
              <a:rPr lang="en-US" sz="1100" dirty="0"/>
              <a:t>(send “how are you” message back to the server)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3BE56B-BA9F-C87D-D3C2-519B0CA90F74}"/>
              </a:ext>
            </a:extLst>
          </p:cNvPr>
          <p:cNvSpPr txBox="1"/>
          <p:nvPr/>
        </p:nvSpPr>
        <p:spPr>
          <a:xfrm>
            <a:off x="2945614" y="5755928"/>
            <a:ext cx="25210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Receive reply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677D81-83A4-6791-A308-D7EA7F15AA2F}"/>
              </a:ext>
            </a:extLst>
          </p:cNvPr>
          <p:cNvSpPr txBox="1"/>
          <p:nvPr/>
        </p:nvSpPr>
        <p:spPr>
          <a:xfrm>
            <a:off x="4122458" y="2944185"/>
            <a:ext cx="565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6418315-8633-2BB0-512D-3400A2222C19}"/>
              </a:ext>
            </a:extLst>
          </p:cNvPr>
          <p:cNvSpPr txBox="1"/>
          <p:nvPr/>
        </p:nvSpPr>
        <p:spPr>
          <a:xfrm>
            <a:off x="4108661" y="4513625"/>
            <a:ext cx="579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57DEF97-5607-5842-D8CA-4BA7D69756B8}"/>
              </a:ext>
            </a:extLst>
          </p:cNvPr>
          <p:cNvCxnSpPr>
            <a:stCxn id="30" idx="2"/>
            <a:endCxn id="43" idx="0"/>
          </p:cNvCxnSpPr>
          <p:nvPr/>
        </p:nvCxnSpPr>
        <p:spPr>
          <a:xfrm>
            <a:off x="4130179" y="1060190"/>
            <a:ext cx="12082" cy="129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21A2C96-7CDC-19CA-04AB-E5EA5C300680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4133641" y="1620312"/>
            <a:ext cx="8620" cy="24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E1F61C1-4200-1690-72F2-AA55D984F3CE}"/>
              </a:ext>
            </a:extLst>
          </p:cNvPr>
          <p:cNvCxnSpPr/>
          <p:nvPr/>
        </p:nvCxnSpPr>
        <p:spPr>
          <a:xfrm>
            <a:off x="7348336" y="2699096"/>
            <a:ext cx="0" cy="151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1609DFA-3DF6-DE3A-8AEF-76E40F457E80}"/>
              </a:ext>
            </a:extLst>
          </p:cNvPr>
          <p:cNvCxnSpPr>
            <a:cxnSpLocks/>
          </p:cNvCxnSpPr>
          <p:nvPr/>
        </p:nvCxnSpPr>
        <p:spPr>
          <a:xfrm>
            <a:off x="7339715" y="4191528"/>
            <a:ext cx="8621" cy="151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E94AC46-9524-0913-D4CE-029AAD96EFBD}"/>
              </a:ext>
            </a:extLst>
          </p:cNvPr>
          <p:cNvCxnSpPr>
            <a:stCxn id="74" idx="2"/>
            <a:endCxn id="83" idx="0"/>
          </p:cNvCxnSpPr>
          <p:nvPr/>
        </p:nvCxnSpPr>
        <p:spPr>
          <a:xfrm flipH="1">
            <a:off x="4206148" y="5437539"/>
            <a:ext cx="5048" cy="318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2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114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Rutgers AI Assist    Server Monitoring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Wilford</dc:creator>
  <cp:lastModifiedBy>Paul Wilford</cp:lastModifiedBy>
  <cp:revision>3</cp:revision>
  <dcterms:created xsi:type="dcterms:W3CDTF">2026-02-11T21:11:21Z</dcterms:created>
  <dcterms:modified xsi:type="dcterms:W3CDTF">2026-03-28T22:44:58Z</dcterms:modified>
</cp:coreProperties>
</file>